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0" r:id="rId3"/>
    <p:sldId id="259" r:id="rId4"/>
    <p:sldId id="271" r:id="rId5"/>
    <p:sldId id="270" r:id="rId6"/>
    <p:sldId id="257" r:id="rId7"/>
    <p:sldId id="258" r:id="rId8"/>
    <p:sldId id="261" r:id="rId9"/>
    <p:sldId id="262" r:id="rId10"/>
    <p:sldId id="263" r:id="rId11"/>
    <p:sldId id="264" r:id="rId12"/>
    <p:sldId id="265" r:id="rId13"/>
    <p:sldId id="269" r:id="rId14"/>
    <p:sldId id="266" r:id="rId15"/>
    <p:sldId id="272" r:id="rId16"/>
    <p:sldId id="268" r:id="rId17"/>
    <p:sldId id="278" r:id="rId18"/>
    <p:sldId id="274" r:id="rId19"/>
    <p:sldId id="275" r:id="rId20"/>
    <p:sldId id="276" r:id="rId21"/>
    <p:sldId id="277" r:id="rId22"/>
    <p:sldId id="267" r:id="rId2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  <a:srgbClr val="FFFFFF"/>
    <a:srgbClr val="F1C40F"/>
    <a:srgbClr val="349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212FE9-E08C-789E-C682-52C27FF1A0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704AE-DE20-6237-FE38-3780795A56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17036-57F0-4033-878B-2A84741E291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12100-3A00-B3B7-79E4-6C88E0A480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FA2D7-A351-1075-F0AC-FC5E617F17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50447-A75B-4BF3-841E-F69293135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939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50401-2409-4A51-A751-C814B6470FB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E1EAF-3629-45E0-8C7F-C3A565EC5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9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9085-C9BC-F555-C9F7-69E6E4481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AAAD0-853B-ECB9-2632-4F795AE58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7A44D-EAE0-F4CD-4514-647D8994D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AD41E-8961-455E-BE3D-52DCFD182BCA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B6714-F2E1-2667-C221-55553C2C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0331D-6617-F90D-D5F5-1113F744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6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3ED2-FAA6-220D-0F82-EA4BBE4F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929D8-F440-5F6A-292C-CDEA103E1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4053D-C89E-E776-BA75-5D1CB9C8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2F41-2D04-40FF-B725-8597E0E2AF28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74581-E965-83D2-2EC9-C538FD85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DB0E4-4185-AA74-4239-63018C92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9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C838-8650-1DF7-25C1-8092E799C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5F1CD-1ECD-511C-CA74-D798D4B79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1BB07-B2F2-80E3-D1B6-018ACC8C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9906A-C844-4743-B9CD-73C2EEC07552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85F6B-C4BF-4C8A-7703-C48F6AC2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97102-1C5E-F89E-29A1-43F7065F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B5FA-0E46-040F-2277-13781581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BD15-F12D-C14B-742A-CAAEFB1BF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C1606-9E14-861E-28B4-FE320EC74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7EFFA-010F-C6F3-DB21-1B20A193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E04E3-7771-46FC-A485-5D5B60EDE7C4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7A78E-0082-5347-5672-6C579F8A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3FF3F-ED5D-D12D-DD4C-788A6B8B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6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51B4-B1D9-6BF5-9F69-D9561521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D6C77-445E-24F9-08E8-57D5F6B1E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BC510-4E03-7734-D082-F8B33417C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B6EA3-E128-4076-EA5B-6BAEBF921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CA46A9-319D-B66B-275B-ABBF66B18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71FC0-884F-A3CC-D4BB-2C2F70D7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7B7EB-A95B-4C9B-B5CA-832534FE81AF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5E603-637E-DD54-8612-C5E2EE9E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77E6F-FE7A-B638-E80D-93CE2A87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1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E2BBE26-E770-B849-AC57-180D4F8E1B47}"/>
              </a:ext>
            </a:extLst>
          </p:cNvPr>
          <p:cNvSpPr/>
          <p:nvPr userDrawn="1"/>
        </p:nvSpPr>
        <p:spPr>
          <a:xfrm rot="5400000">
            <a:off x="3708617" y="-3520859"/>
            <a:ext cx="840943" cy="827722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6A07A-7891-EF80-BBAD-E4EF29D6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27" y="136525"/>
            <a:ext cx="11141364" cy="10457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64968-8B6F-4A42-2B29-72426134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307F-0EB1-4E56-82DB-1BD3F33DAE22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B994D-C797-C88E-D7B3-8711098F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98117-34BD-B190-4375-0C1B074A4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9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400DA8-BE70-51DC-801D-7F3D135D5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35347-3E15-4228-ACD1-FA410F03C88A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76AE2-AE83-628D-6A7C-2BFA7C75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686D6-32FD-5DBA-C796-373B7090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97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BE93-BAEF-5E5E-5EB0-B662E178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E39A0-A206-2DF7-364A-1CDC33A42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08038-5DAC-A788-7FBD-A1BF72A00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F37E9-746F-B78E-1671-991A1E9C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4112-A496-4654-828C-C3F1F14531A1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67DC6-FD50-AA1B-8306-AD5AD643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6540E-EF6A-E970-D2AD-710EF50D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13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67D3-8A16-CEC2-29A1-53B9F400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053E5-83AA-E7ED-045E-31E9CC089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9DF34-B2F0-8E9D-3C51-DAC9CA186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398A2-1227-029F-7AB9-465E813E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F06F9-3F6B-430D-AD7B-9113A06E2545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525A6-038A-CAFC-3C05-4BBBADBE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994DE-B83C-4F95-9EFF-B0759C65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2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B57E-4490-9568-2968-47610DEE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34CE2-66D0-1441-EA25-4C8B1D669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599B0-81F6-8CC4-0973-639243073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D7CF-C4A7-47BC-8CA0-A2423BD6B414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06B5C-77FA-A92A-491E-C47B60CC6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6737E-2C0F-CC7C-0A06-E319D1D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28015D-A39A-0E68-18BB-B8E4DE2B9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15264-E204-4C1A-2803-A35C8AE3D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7D497-7602-3B3A-FACC-984F7E0B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B7ED-9AA1-4792-8B84-4E6B933EF180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EDA14-1035-A1FD-2062-B398C3B0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D9EAF-15D2-4036-A152-C80263DE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6069B683-F4CE-E2C6-CC75-D4FD169832BA}"/>
              </a:ext>
            </a:extLst>
          </p:cNvPr>
          <p:cNvSpPr/>
          <p:nvPr userDrawn="1"/>
        </p:nvSpPr>
        <p:spPr>
          <a:xfrm rot="8100000">
            <a:off x="11250661" y="6277768"/>
            <a:ext cx="1390650" cy="678163"/>
          </a:xfrm>
          <a:prstGeom prst="triangle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B3DC4A-568C-19CF-5A93-5D70FE3235E0}"/>
              </a:ext>
            </a:extLst>
          </p:cNvPr>
          <p:cNvSpPr/>
          <p:nvPr userDrawn="1"/>
        </p:nvSpPr>
        <p:spPr>
          <a:xfrm>
            <a:off x="10945996" y="6244155"/>
            <a:ext cx="537110" cy="53711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5A6B00-1755-83FF-C98B-A62ED31E602B}"/>
              </a:ext>
            </a:extLst>
          </p:cNvPr>
          <p:cNvSpPr/>
          <p:nvPr userDrawn="1"/>
        </p:nvSpPr>
        <p:spPr>
          <a:xfrm>
            <a:off x="-9236" y="-101599"/>
            <a:ext cx="12201235" cy="2189017"/>
          </a:xfrm>
          <a:custGeom>
            <a:avLst/>
            <a:gdLst>
              <a:gd name="connsiteX0" fmla="*/ 415636 w 12533745"/>
              <a:gd name="connsiteY0" fmla="*/ 2244436 h 2650836"/>
              <a:gd name="connsiteX1" fmla="*/ 4701309 w 12533745"/>
              <a:gd name="connsiteY1" fmla="*/ 692727 h 2650836"/>
              <a:gd name="connsiteX2" fmla="*/ 9827490 w 12533745"/>
              <a:gd name="connsiteY2" fmla="*/ 277091 h 2650836"/>
              <a:gd name="connsiteX3" fmla="*/ 12459854 w 12533745"/>
              <a:gd name="connsiteY3" fmla="*/ 1209963 h 2650836"/>
              <a:gd name="connsiteX4" fmla="*/ 12533745 w 12533745"/>
              <a:gd name="connsiteY4" fmla="*/ 0 h 2650836"/>
              <a:gd name="connsiteX5" fmla="*/ 0 w 12533745"/>
              <a:gd name="connsiteY5" fmla="*/ 64654 h 2650836"/>
              <a:gd name="connsiteX6" fmla="*/ 129309 w 12533745"/>
              <a:gd name="connsiteY6" fmla="*/ 2650836 h 2650836"/>
              <a:gd name="connsiteX7" fmla="*/ 415636 w 12533745"/>
              <a:gd name="connsiteY7" fmla="*/ 2244436 h 2650836"/>
              <a:gd name="connsiteX0" fmla="*/ 415636 w 12533745"/>
              <a:gd name="connsiteY0" fmla="*/ 2244436 h 2244436"/>
              <a:gd name="connsiteX1" fmla="*/ 4701309 w 12533745"/>
              <a:gd name="connsiteY1" fmla="*/ 692727 h 2244436"/>
              <a:gd name="connsiteX2" fmla="*/ 9827490 w 12533745"/>
              <a:gd name="connsiteY2" fmla="*/ 277091 h 2244436"/>
              <a:gd name="connsiteX3" fmla="*/ 12459854 w 12533745"/>
              <a:gd name="connsiteY3" fmla="*/ 1209963 h 2244436"/>
              <a:gd name="connsiteX4" fmla="*/ 12533745 w 12533745"/>
              <a:gd name="connsiteY4" fmla="*/ 0 h 2244436"/>
              <a:gd name="connsiteX5" fmla="*/ 0 w 12533745"/>
              <a:gd name="connsiteY5" fmla="*/ 64654 h 2244436"/>
              <a:gd name="connsiteX6" fmla="*/ 415636 w 12533745"/>
              <a:gd name="connsiteY6" fmla="*/ 2244436 h 2244436"/>
              <a:gd name="connsiteX0" fmla="*/ 249381 w 12533745"/>
              <a:gd name="connsiteY0" fmla="*/ 2336800 h 2336800"/>
              <a:gd name="connsiteX1" fmla="*/ 4701309 w 12533745"/>
              <a:gd name="connsiteY1" fmla="*/ 692727 h 2336800"/>
              <a:gd name="connsiteX2" fmla="*/ 9827490 w 12533745"/>
              <a:gd name="connsiteY2" fmla="*/ 277091 h 2336800"/>
              <a:gd name="connsiteX3" fmla="*/ 12459854 w 12533745"/>
              <a:gd name="connsiteY3" fmla="*/ 1209963 h 2336800"/>
              <a:gd name="connsiteX4" fmla="*/ 12533745 w 12533745"/>
              <a:gd name="connsiteY4" fmla="*/ 0 h 2336800"/>
              <a:gd name="connsiteX5" fmla="*/ 0 w 12533745"/>
              <a:gd name="connsiteY5" fmla="*/ 64654 h 2336800"/>
              <a:gd name="connsiteX6" fmla="*/ 249381 w 12533745"/>
              <a:gd name="connsiteY6" fmla="*/ 2336800 h 2336800"/>
              <a:gd name="connsiteX0" fmla="*/ 0 w 12284364"/>
              <a:gd name="connsiteY0" fmla="*/ 2336800 h 2336800"/>
              <a:gd name="connsiteX1" fmla="*/ 4451928 w 12284364"/>
              <a:gd name="connsiteY1" fmla="*/ 692727 h 2336800"/>
              <a:gd name="connsiteX2" fmla="*/ 9578109 w 12284364"/>
              <a:gd name="connsiteY2" fmla="*/ 277091 h 2336800"/>
              <a:gd name="connsiteX3" fmla="*/ 12210473 w 12284364"/>
              <a:gd name="connsiteY3" fmla="*/ 1209963 h 2336800"/>
              <a:gd name="connsiteX4" fmla="*/ 12284364 w 12284364"/>
              <a:gd name="connsiteY4" fmla="*/ 0 h 2336800"/>
              <a:gd name="connsiteX5" fmla="*/ 36947 w 12284364"/>
              <a:gd name="connsiteY5" fmla="*/ 184727 h 2336800"/>
              <a:gd name="connsiteX6" fmla="*/ 0 w 12284364"/>
              <a:gd name="connsiteY6" fmla="*/ 2336800 h 2336800"/>
              <a:gd name="connsiteX0" fmla="*/ 18471 w 12302835"/>
              <a:gd name="connsiteY0" fmla="*/ 2336800 h 2336800"/>
              <a:gd name="connsiteX1" fmla="*/ 4470399 w 12302835"/>
              <a:gd name="connsiteY1" fmla="*/ 692727 h 2336800"/>
              <a:gd name="connsiteX2" fmla="*/ 9596580 w 12302835"/>
              <a:gd name="connsiteY2" fmla="*/ 277091 h 2336800"/>
              <a:gd name="connsiteX3" fmla="*/ 12228944 w 12302835"/>
              <a:gd name="connsiteY3" fmla="*/ 1209963 h 2336800"/>
              <a:gd name="connsiteX4" fmla="*/ 12302835 w 12302835"/>
              <a:gd name="connsiteY4" fmla="*/ 0 h 2336800"/>
              <a:gd name="connsiteX5" fmla="*/ 0 w 12302835"/>
              <a:gd name="connsiteY5" fmla="*/ 138545 h 2336800"/>
              <a:gd name="connsiteX6" fmla="*/ 18471 w 12302835"/>
              <a:gd name="connsiteY6" fmla="*/ 2336800 h 2336800"/>
              <a:gd name="connsiteX0" fmla="*/ 18471 w 12302835"/>
              <a:gd name="connsiteY0" fmla="*/ 2336800 h 2336800"/>
              <a:gd name="connsiteX1" fmla="*/ 4470399 w 12302835"/>
              <a:gd name="connsiteY1" fmla="*/ 692727 h 2336800"/>
              <a:gd name="connsiteX2" fmla="*/ 9596580 w 12302835"/>
              <a:gd name="connsiteY2" fmla="*/ 277091 h 2336800"/>
              <a:gd name="connsiteX3" fmla="*/ 12228944 w 12302835"/>
              <a:gd name="connsiteY3" fmla="*/ 1209963 h 2336800"/>
              <a:gd name="connsiteX4" fmla="*/ 12302835 w 12302835"/>
              <a:gd name="connsiteY4" fmla="*/ 0 h 2336800"/>
              <a:gd name="connsiteX5" fmla="*/ 0 w 12302835"/>
              <a:gd name="connsiteY5" fmla="*/ 138545 h 2336800"/>
              <a:gd name="connsiteX6" fmla="*/ 18471 w 12302835"/>
              <a:gd name="connsiteY6" fmla="*/ 2336800 h 2336800"/>
              <a:gd name="connsiteX0" fmla="*/ 18471 w 12302835"/>
              <a:gd name="connsiteY0" fmla="*/ 2336800 h 2336800"/>
              <a:gd name="connsiteX1" fmla="*/ 4470399 w 12302835"/>
              <a:gd name="connsiteY1" fmla="*/ 692727 h 2336800"/>
              <a:gd name="connsiteX2" fmla="*/ 9559634 w 12302835"/>
              <a:gd name="connsiteY2" fmla="*/ 424873 h 2336800"/>
              <a:gd name="connsiteX3" fmla="*/ 12228944 w 12302835"/>
              <a:gd name="connsiteY3" fmla="*/ 1209963 h 2336800"/>
              <a:gd name="connsiteX4" fmla="*/ 12302835 w 12302835"/>
              <a:gd name="connsiteY4" fmla="*/ 0 h 2336800"/>
              <a:gd name="connsiteX5" fmla="*/ 0 w 12302835"/>
              <a:gd name="connsiteY5" fmla="*/ 138545 h 2336800"/>
              <a:gd name="connsiteX6" fmla="*/ 18471 w 12302835"/>
              <a:gd name="connsiteY6" fmla="*/ 2336800 h 2336800"/>
              <a:gd name="connsiteX0" fmla="*/ 18471 w 12302835"/>
              <a:gd name="connsiteY0" fmla="*/ 2336800 h 2336800"/>
              <a:gd name="connsiteX1" fmla="*/ 4470399 w 12302835"/>
              <a:gd name="connsiteY1" fmla="*/ 692727 h 2336800"/>
              <a:gd name="connsiteX2" fmla="*/ 9559634 w 12302835"/>
              <a:gd name="connsiteY2" fmla="*/ 424873 h 2336800"/>
              <a:gd name="connsiteX3" fmla="*/ 12228944 w 12302835"/>
              <a:gd name="connsiteY3" fmla="*/ 1209963 h 2336800"/>
              <a:gd name="connsiteX4" fmla="*/ 12302835 w 12302835"/>
              <a:gd name="connsiteY4" fmla="*/ 0 h 2336800"/>
              <a:gd name="connsiteX5" fmla="*/ 0 w 12302835"/>
              <a:gd name="connsiteY5" fmla="*/ 138545 h 2336800"/>
              <a:gd name="connsiteX6" fmla="*/ 18471 w 12302835"/>
              <a:gd name="connsiteY6" fmla="*/ 2336800 h 2336800"/>
              <a:gd name="connsiteX0" fmla="*/ 18471 w 12302835"/>
              <a:gd name="connsiteY0" fmla="*/ 2336800 h 2336800"/>
              <a:gd name="connsiteX1" fmla="*/ 4470399 w 12302835"/>
              <a:gd name="connsiteY1" fmla="*/ 692727 h 2336800"/>
              <a:gd name="connsiteX2" fmla="*/ 9578107 w 12302835"/>
              <a:gd name="connsiteY2" fmla="*/ 350982 h 2336800"/>
              <a:gd name="connsiteX3" fmla="*/ 12228944 w 12302835"/>
              <a:gd name="connsiteY3" fmla="*/ 1209963 h 2336800"/>
              <a:gd name="connsiteX4" fmla="*/ 12302835 w 12302835"/>
              <a:gd name="connsiteY4" fmla="*/ 0 h 2336800"/>
              <a:gd name="connsiteX5" fmla="*/ 0 w 12302835"/>
              <a:gd name="connsiteY5" fmla="*/ 138545 h 2336800"/>
              <a:gd name="connsiteX6" fmla="*/ 18471 w 12302835"/>
              <a:gd name="connsiteY6" fmla="*/ 2336800 h 2336800"/>
              <a:gd name="connsiteX0" fmla="*/ 18471 w 12302835"/>
              <a:gd name="connsiteY0" fmla="*/ 2336800 h 2336800"/>
              <a:gd name="connsiteX1" fmla="*/ 4470399 w 12302835"/>
              <a:gd name="connsiteY1" fmla="*/ 692727 h 2336800"/>
              <a:gd name="connsiteX2" fmla="*/ 9578107 w 12302835"/>
              <a:gd name="connsiteY2" fmla="*/ 350982 h 2336800"/>
              <a:gd name="connsiteX3" fmla="*/ 12228944 w 12302835"/>
              <a:gd name="connsiteY3" fmla="*/ 1209963 h 2336800"/>
              <a:gd name="connsiteX4" fmla="*/ 12302835 w 12302835"/>
              <a:gd name="connsiteY4" fmla="*/ 0 h 2336800"/>
              <a:gd name="connsiteX5" fmla="*/ 0 w 12302835"/>
              <a:gd name="connsiteY5" fmla="*/ 138545 h 2336800"/>
              <a:gd name="connsiteX6" fmla="*/ 18471 w 12302835"/>
              <a:gd name="connsiteY6" fmla="*/ 2336800 h 2336800"/>
              <a:gd name="connsiteX0" fmla="*/ 18471 w 12302835"/>
              <a:gd name="connsiteY0" fmla="*/ 2244436 h 2244436"/>
              <a:gd name="connsiteX1" fmla="*/ 4470399 w 12302835"/>
              <a:gd name="connsiteY1" fmla="*/ 692727 h 2244436"/>
              <a:gd name="connsiteX2" fmla="*/ 9578107 w 12302835"/>
              <a:gd name="connsiteY2" fmla="*/ 350982 h 2244436"/>
              <a:gd name="connsiteX3" fmla="*/ 12228944 w 12302835"/>
              <a:gd name="connsiteY3" fmla="*/ 1209963 h 2244436"/>
              <a:gd name="connsiteX4" fmla="*/ 12302835 w 12302835"/>
              <a:gd name="connsiteY4" fmla="*/ 0 h 2244436"/>
              <a:gd name="connsiteX5" fmla="*/ 0 w 12302835"/>
              <a:gd name="connsiteY5" fmla="*/ 138545 h 2244436"/>
              <a:gd name="connsiteX6" fmla="*/ 18471 w 12302835"/>
              <a:gd name="connsiteY6" fmla="*/ 2244436 h 2244436"/>
              <a:gd name="connsiteX0" fmla="*/ 18471 w 12302835"/>
              <a:gd name="connsiteY0" fmla="*/ 2244436 h 2244436"/>
              <a:gd name="connsiteX1" fmla="*/ 4470399 w 12302835"/>
              <a:gd name="connsiteY1" fmla="*/ 692727 h 2244436"/>
              <a:gd name="connsiteX2" fmla="*/ 9578107 w 12302835"/>
              <a:gd name="connsiteY2" fmla="*/ 350982 h 2244436"/>
              <a:gd name="connsiteX3" fmla="*/ 12228944 w 12302835"/>
              <a:gd name="connsiteY3" fmla="*/ 1209963 h 2244436"/>
              <a:gd name="connsiteX4" fmla="*/ 12302835 w 12302835"/>
              <a:gd name="connsiteY4" fmla="*/ 0 h 2244436"/>
              <a:gd name="connsiteX5" fmla="*/ 0 w 12302835"/>
              <a:gd name="connsiteY5" fmla="*/ 138545 h 2244436"/>
              <a:gd name="connsiteX6" fmla="*/ 18471 w 12302835"/>
              <a:gd name="connsiteY6" fmla="*/ 2244436 h 2244436"/>
              <a:gd name="connsiteX0" fmla="*/ 18471 w 12302835"/>
              <a:gd name="connsiteY0" fmla="*/ 2244436 h 2244436"/>
              <a:gd name="connsiteX1" fmla="*/ 4470399 w 12302835"/>
              <a:gd name="connsiteY1" fmla="*/ 692727 h 2244436"/>
              <a:gd name="connsiteX2" fmla="*/ 9578107 w 12302835"/>
              <a:gd name="connsiteY2" fmla="*/ 350982 h 2244436"/>
              <a:gd name="connsiteX3" fmla="*/ 12228944 w 12302835"/>
              <a:gd name="connsiteY3" fmla="*/ 1209963 h 2244436"/>
              <a:gd name="connsiteX4" fmla="*/ 12302835 w 12302835"/>
              <a:gd name="connsiteY4" fmla="*/ 0 h 2244436"/>
              <a:gd name="connsiteX5" fmla="*/ 0 w 12302835"/>
              <a:gd name="connsiteY5" fmla="*/ 166254 h 2244436"/>
              <a:gd name="connsiteX6" fmla="*/ 18471 w 12302835"/>
              <a:gd name="connsiteY6" fmla="*/ 2244436 h 2244436"/>
              <a:gd name="connsiteX0" fmla="*/ 18471 w 12228944"/>
              <a:gd name="connsiteY0" fmla="*/ 2189017 h 2189017"/>
              <a:gd name="connsiteX1" fmla="*/ 4470399 w 12228944"/>
              <a:gd name="connsiteY1" fmla="*/ 637308 h 2189017"/>
              <a:gd name="connsiteX2" fmla="*/ 9578107 w 12228944"/>
              <a:gd name="connsiteY2" fmla="*/ 295563 h 2189017"/>
              <a:gd name="connsiteX3" fmla="*/ 12228944 w 12228944"/>
              <a:gd name="connsiteY3" fmla="*/ 1154544 h 2189017"/>
              <a:gd name="connsiteX4" fmla="*/ 12201235 w 12228944"/>
              <a:gd name="connsiteY4" fmla="*/ 0 h 2189017"/>
              <a:gd name="connsiteX5" fmla="*/ 0 w 12228944"/>
              <a:gd name="connsiteY5" fmla="*/ 110835 h 2189017"/>
              <a:gd name="connsiteX6" fmla="*/ 18471 w 12228944"/>
              <a:gd name="connsiteY6" fmla="*/ 2189017 h 2189017"/>
              <a:gd name="connsiteX0" fmla="*/ 18471 w 12201235"/>
              <a:gd name="connsiteY0" fmla="*/ 2189017 h 2189017"/>
              <a:gd name="connsiteX1" fmla="*/ 4470399 w 12201235"/>
              <a:gd name="connsiteY1" fmla="*/ 637308 h 2189017"/>
              <a:gd name="connsiteX2" fmla="*/ 9578107 w 12201235"/>
              <a:gd name="connsiteY2" fmla="*/ 295563 h 2189017"/>
              <a:gd name="connsiteX3" fmla="*/ 12191998 w 12201235"/>
              <a:gd name="connsiteY3" fmla="*/ 1163780 h 2189017"/>
              <a:gd name="connsiteX4" fmla="*/ 12201235 w 12201235"/>
              <a:gd name="connsiteY4" fmla="*/ 0 h 2189017"/>
              <a:gd name="connsiteX5" fmla="*/ 0 w 12201235"/>
              <a:gd name="connsiteY5" fmla="*/ 110835 h 2189017"/>
              <a:gd name="connsiteX6" fmla="*/ 18471 w 12201235"/>
              <a:gd name="connsiteY6" fmla="*/ 2189017 h 218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1235" h="2189017">
                <a:moveTo>
                  <a:pt x="18471" y="2189017"/>
                </a:moveTo>
                <a:cubicBezTo>
                  <a:pt x="1502447" y="1640993"/>
                  <a:pt x="2524605" y="1037551"/>
                  <a:pt x="4470399" y="637308"/>
                </a:cubicBezTo>
                <a:cubicBezTo>
                  <a:pt x="6066750" y="294023"/>
                  <a:pt x="8291174" y="207818"/>
                  <a:pt x="9578107" y="295563"/>
                </a:cubicBezTo>
                <a:cubicBezTo>
                  <a:pt x="10865040" y="383308"/>
                  <a:pt x="11648593" y="683489"/>
                  <a:pt x="12191998" y="1163780"/>
                </a:cubicBezTo>
                <a:lnTo>
                  <a:pt x="12201235" y="0"/>
                </a:lnTo>
                <a:lnTo>
                  <a:pt x="0" y="110835"/>
                </a:lnTo>
                <a:lnTo>
                  <a:pt x="18471" y="2189017"/>
                </a:lnTo>
                <a:close/>
              </a:path>
            </a:pathLst>
          </a:custGeom>
          <a:solidFill>
            <a:srgbClr val="F1C4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5C9D0F17-5ADD-6289-C4F0-02BD244BE64F}"/>
              </a:ext>
            </a:extLst>
          </p:cNvPr>
          <p:cNvSpPr/>
          <p:nvPr userDrawn="1"/>
        </p:nvSpPr>
        <p:spPr>
          <a:xfrm>
            <a:off x="2882503" y="-17860"/>
            <a:ext cx="1397793" cy="1397793"/>
          </a:xfrm>
          <a:prstGeom prst="diamond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2BF1D1-BD6A-0BDA-C0E6-B54A90EB95ED}"/>
              </a:ext>
            </a:extLst>
          </p:cNvPr>
          <p:cNvSpPr/>
          <p:nvPr userDrawn="1"/>
        </p:nvSpPr>
        <p:spPr>
          <a:xfrm>
            <a:off x="-9237" y="-110836"/>
            <a:ext cx="12201238" cy="2466109"/>
          </a:xfrm>
          <a:custGeom>
            <a:avLst/>
            <a:gdLst>
              <a:gd name="connsiteX0" fmla="*/ 277091 w 12783128"/>
              <a:gd name="connsiteY0" fmla="*/ 1468581 h 1487054"/>
              <a:gd name="connsiteX1" fmla="*/ 1034473 w 12783128"/>
              <a:gd name="connsiteY1" fmla="*/ 581891 h 1487054"/>
              <a:gd name="connsiteX2" fmla="*/ 3205019 w 12783128"/>
              <a:gd name="connsiteY2" fmla="*/ 508000 h 1487054"/>
              <a:gd name="connsiteX3" fmla="*/ 10049164 w 12783128"/>
              <a:gd name="connsiteY3" fmla="*/ 147781 h 1487054"/>
              <a:gd name="connsiteX4" fmla="*/ 12681528 w 12783128"/>
              <a:gd name="connsiteY4" fmla="*/ 757381 h 1487054"/>
              <a:gd name="connsiteX5" fmla="*/ 12783128 w 12783128"/>
              <a:gd name="connsiteY5" fmla="*/ 9236 h 1487054"/>
              <a:gd name="connsiteX6" fmla="*/ 0 w 12783128"/>
              <a:gd name="connsiteY6" fmla="*/ 0 h 1487054"/>
              <a:gd name="connsiteX7" fmla="*/ 55419 w 12783128"/>
              <a:gd name="connsiteY7" fmla="*/ 1487054 h 1487054"/>
              <a:gd name="connsiteX8" fmla="*/ 277091 w 12783128"/>
              <a:gd name="connsiteY8" fmla="*/ 1468581 h 1487054"/>
              <a:gd name="connsiteX0" fmla="*/ 267854 w 12783128"/>
              <a:gd name="connsiteY0" fmla="*/ 1496290 h 1496290"/>
              <a:gd name="connsiteX1" fmla="*/ 1034473 w 12783128"/>
              <a:gd name="connsiteY1" fmla="*/ 581891 h 1496290"/>
              <a:gd name="connsiteX2" fmla="*/ 3205019 w 12783128"/>
              <a:gd name="connsiteY2" fmla="*/ 508000 h 1496290"/>
              <a:gd name="connsiteX3" fmla="*/ 10049164 w 12783128"/>
              <a:gd name="connsiteY3" fmla="*/ 147781 h 1496290"/>
              <a:gd name="connsiteX4" fmla="*/ 12681528 w 12783128"/>
              <a:gd name="connsiteY4" fmla="*/ 757381 h 1496290"/>
              <a:gd name="connsiteX5" fmla="*/ 12783128 w 12783128"/>
              <a:gd name="connsiteY5" fmla="*/ 9236 h 1496290"/>
              <a:gd name="connsiteX6" fmla="*/ 0 w 12783128"/>
              <a:gd name="connsiteY6" fmla="*/ 0 h 1496290"/>
              <a:gd name="connsiteX7" fmla="*/ 55419 w 12783128"/>
              <a:gd name="connsiteY7" fmla="*/ 1487054 h 1496290"/>
              <a:gd name="connsiteX8" fmla="*/ 267854 w 12783128"/>
              <a:gd name="connsiteY8" fmla="*/ 1496290 h 1496290"/>
              <a:gd name="connsiteX0" fmla="*/ 267854 w 12783128"/>
              <a:gd name="connsiteY0" fmla="*/ 1496290 h 1496290"/>
              <a:gd name="connsiteX1" fmla="*/ 1034473 w 12783128"/>
              <a:gd name="connsiteY1" fmla="*/ 581891 h 1496290"/>
              <a:gd name="connsiteX2" fmla="*/ 3205019 w 12783128"/>
              <a:gd name="connsiteY2" fmla="*/ 508000 h 1496290"/>
              <a:gd name="connsiteX3" fmla="*/ 10049164 w 12783128"/>
              <a:gd name="connsiteY3" fmla="*/ 147781 h 1496290"/>
              <a:gd name="connsiteX4" fmla="*/ 12681528 w 12783128"/>
              <a:gd name="connsiteY4" fmla="*/ 757381 h 1496290"/>
              <a:gd name="connsiteX5" fmla="*/ 12783128 w 12783128"/>
              <a:gd name="connsiteY5" fmla="*/ 9236 h 1496290"/>
              <a:gd name="connsiteX6" fmla="*/ 0 w 12783128"/>
              <a:gd name="connsiteY6" fmla="*/ 0 h 1496290"/>
              <a:gd name="connsiteX7" fmla="*/ 55419 w 12783128"/>
              <a:gd name="connsiteY7" fmla="*/ 1487054 h 1496290"/>
              <a:gd name="connsiteX8" fmla="*/ 267854 w 12783128"/>
              <a:gd name="connsiteY8" fmla="*/ 1496290 h 1496290"/>
              <a:gd name="connsiteX0" fmla="*/ 267854 w 12783128"/>
              <a:gd name="connsiteY0" fmla="*/ 1496290 h 1496290"/>
              <a:gd name="connsiteX1" fmla="*/ 1034473 w 12783128"/>
              <a:gd name="connsiteY1" fmla="*/ 581891 h 1496290"/>
              <a:gd name="connsiteX2" fmla="*/ 3205019 w 12783128"/>
              <a:gd name="connsiteY2" fmla="*/ 508000 h 1496290"/>
              <a:gd name="connsiteX3" fmla="*/ 10049164 w 12783128"/>
              <a:gd name="connsiteY3" fmla="*/ 147781 h 1496290"/>
              <a:gd name="connsiteX4" fmla="*/ 12681528 w 12783128"/>
              <a:gd name="connsiteY4" fmla="*/ 757381 h 1496290"/>
              <a:gd name="connsiteX5" fmla="*/ 12783128 w 12783128"/>
              <a:gd name="connsiteY5" fmla="*/ 9236 h 1496290"/>
              <a:gd name="connsiteX6" fmla="*/ 0 w 12783128"/>
              <a:gd name="connsiteY6" fmla="*/ 0 h 1496290"/>
              <a:gd name="connsiteX7" fmla="*/ 55419 w 12783128"/>
              <a:gd name="connsiteY7" fmla="*/ 1487054 h 1496290"/>
              <a:gd name="connsiteX8" fmla="*/ 267854 w 12783128"/>
              <a:gd name="connsiteY8" fmla="*/ 1496290 h 1496290"/>
              <a:gd name="connsiteX0" fmla="*/ 267854 w 12783128"/>
              <a:gd name="connsiteY0" fmla="*/ 1496290 h 1496290"/>
              <a:gd name="connsiteX1" fmla="*/ 1302328 w 12783128"/>
              <a:gd name="connsiteY1" fmla="*/ 609600 h 1496290"/>
              <a:gd name="connsiteX2" fmla="*/ 3205019 w 12783128"/>
              <a:gd name="connsiteY2" fmla="*/ 508000 h 1496290"/>
              <a:gd name="connsiteX3" fmla="*/ 10049164 w 12783128"/>
              <a:gd name="connsiteY3" fmla="*/ 147781 h 1496290"/>
              <a:gd name="connsiteX4" fmla="*/ 12681528 w 12783128"/>
              <a:gd name="connsiteY4" fmla="*/ 757381 h 1496290"/>
              <a:gd name="connsiteX5" fmla="*/ 12783128 w 12783128"/>
              <a:gd name="connsiteY5" fmla="*/ 9236 h 1496290"/>
              <a:gd name="connsiteX6" fmla="*/ 0 w 12783128"/>
              <a:gd name="connsiteY6" fmla="*/ 0 h 1496290"/>
              <a:gd name="connsiteX7" fmla="*/ 55419 w 12783128"/>
              <a:gd name="connsiteY7" fmla="*/ 1487054 h 1496290"/>
              <a:gd name="connsiteX8" fmla="*/ 267854 w 12783128"/>
              <a:gd name="connsiteY8" fmla="*/ 1496290 h 1496290"/>
              <a:gd name="connsiteX0" fmla="*/ 267854 w 12783128"/>
              <a:gd name="connsiteY0" fmla="*/ 1496290 h 1496290"/>
              <a:gd name="connsiteX1" fmla="*/ 1302328 w 12783128"/>
              <a:gd name="connsiteY1" fmla="*/ 609600 h 1496290"/>
              <a:gd name="connsiteX2" fmla="*/ 3205019 w 12783128"/>
              <a:gd name="connsiteY2" fmla="*/ 508000 h 1496290"/>
              <a:gd name="connsiteX3" fmla="*/ 10049164 w 12783128"/>
              <a:gd name="connsiteY3" fmla="*/ 147781 h 1496290"/>
              <a:gd name="connsiteX4" fmla="*/ 12681528 w 12783128"/>
              <a:gd name="connsiteY4" fmla="*/ 757381 h 1496290"/>
              <a:gd name="connsiteX5" fmla="*/ 12783128 w 12783128"/>
              <a:gd name="connsiteY5" fmla="*/ 9236 h 1496290"/>
              <a:gd name="connsiteX6" fmla="*/ 0 w 12783128"/>
              <a:gd name="connsiteY6" fmla="*/ 0 h 1496290"/>
              <a:gd name="connsiteX7" fmla="*/ 55419 w 12783128"/>
              <a:gd name="connsiteY7" fmla="*/ 1487054 h 1496290"/>
              <a:gd name="connsiteX8" fmla="*/ 267854 w 12783128"/>
              <a:gd name="connsiteY8" fmla="*/ 1496290 h 1496290"/>
              <a:gd name="connsiteX0" fmla="*/ 267854 w 12783128"/>
              <a:gd name="connsiteY0" fmla="*/ 1496290 h 1496290"/>
              <a:gd name="connsiteX1" fmla="*/ 1302328 w 12783128"/>
              <a:gd name="connsiteY1" fmla="*/ 609600 h 1496290"/>
              <a:gd name="connsiteX2" fmla="*/ 10049164 w 12783128"/>
              <a:gd name="connsiteY2" fmla="*/ 147781 h 1496290"/>
              <a:gd name="connsiteX3" fmla="*/ 12681528 w 12783128"/>
              <a:gd name="connsiteY3" fmla="*/ 757381 h 1496290"/>
              <a:gd name="connsiteX4" fmla="*/ 12783128 w 12783128"/>
              <a:gd name="connsiteY4" fmla="*/ 9236 h 1496290"/>
              <a:gd name="connsiteX5" fmla="*/ 0 w 12783128"/>
              <a:gd name="connsiteY5" fmla="*/ 0 h 1496290"/>
              <a:gd name="connsiteX6" fmla="*/ 55419 w 12783128"/>
              <a:gd name="connsiteY6" fmla="*/ 1487054 h 1496290"/>
              <a:gd name="connsiteX7" fmla="*/ 267854 w 12783128"/>
              <a:gd name="connsiteY7" fmla="*/ 1496290 h 1496290"/>
              <a:gd name="connsiteX0" fmla="*/ 267854 w 12783128"/>
              <a:gd name="connsiteY0" fmla="*/ 1496290 h 1496290"/>
              <a:gd name="connsiteX1" fmla="*/ 2743200 w 12783128"/>
              <a:gd name="connsiteY1" fmla="*/ 387927 h 1496290"/>
              <a:gd name="connsiteX2" fmla="*/ 10049164 w 12783128"/>
              <a:gd name="connsiteY2" fmla="*/ 147781 h 1496290"/>
              <a:gd name="connsiteX3" fmla="*/ 12681528 w 12783128"/>
              <a:gd name="connsiteY3" fmla="*/ 757381 h 1496290"/>
              <a:gd name="connsiteX4" fmla="*/ 12783128 w 12783128"/>
              <a:gd name="connsiteY4" fmla="*/ 9236 h 1496290"/>
              <a:gd name="connsiteX5" fmla="*/ 0 w 12783128"/>
              <a:gd name="connsiteY5" fmla="*/ 0 h 1496290"/>
              <a:gd name="connsiteX6" fmla="*/ 55419 w 12783128"/>
              <a:gd name="connsiteY6" fmla="*/ 1487054 h 1496290"/>
              <a:gd name="connsiteX7" fmla="*/ 267854 w 12783128"/>
              <a:gd name="connsiteY7" fmla="*/ 1496290 h 1496290"/>
              <a:gd name="connsiteX0" fmla="*/ 267854 w 12783128"/>
              <a:gd name="connsiteY0" fmla="*/ 1496290 h 1496290"/>
              <a:gd name="connsiteX1" fmla="*/ 2743200 w 12783128"/>
              <a:gd name="connsiteY1" fmla="*/ 387927 h 1496290"/>
              <a:gd name="connsiteX2" fmla="*/ 10049164 w 12783128"/>
              <a:gd name="connsiteY2" fmla="*/ 147781 h 1496290"/>
              <a:gd name="connsiteX3" fmla="*/ 12681528 w 12783128"/>
              <a:gd name="connsiteY3" fmla="*/ 757381 h 1496290"/>
              <a:gd name="connsiteX4" fmla="*/ 12783128 w 12783128"/>
              <a:gd name="connsiteY4" fmla="*/ 9236 h 1496290"/>
              <a:gd name="connsiteX5" fmla="*/ 0 w 12783128"/>
              <a:gd name="connsiteY5" fmla="*/ 0 h 1496290"/>
              <a:gd name="connsiteX6" fmla="*/ 55419 w 12783128"/>
              <a:gd name="connsiteY6" fmla="*/ 1487054 h 1496290"/>
              <a:gd name="connsiteX7" fmla="*/ 267854 w 12783128"/>
              <a:gd name="connsiteY7" fmla="*/ 1496290 h 1496290"/>
              <a:gd name="connsiteX0" fmla="*/ 267854 w 12783128"/>
              <a:gd name="connsiteY0" fmla="*/ 1496290 h 1496290"/>
              <a:gd name="connsiteX1" fmla="*/ 2743200 w 12783128"/>
              <a:gd name="connsiteY1" fmla="*/ 387927 h 1496290"/>
              <a:gd name="connsiteX2" fmla="*/ 10187710 w 12783128"/>
              <a:gd name="connsiteY2" fmla="*/ 286327 h 1496290"/>
              <a:gd name="connsiteX3" fmla="*/ 12681528 w 12783128"/>
              <a:gd name="connsiteY3" fmla="*/ 757381 h 1496290"/>
              <a:gd name="connsiteX4" fmla="*/ 12783128 w 12783128"/>
              <a:gd name="connsiteY4" fmla="*/ 9236 h 1496290"/>
              <a:gd name="connsiteX5" fmla="*/ 0 w 12783128"/>
              <a:gd name="connsiteY5" fmla="*/ 0 h 1496290"/>
              <a:gd name="connsiteX6" fmla="*/ 55419 w 12783128"/>
              <a:gd name="connsiteY6" fmla="*/ 1487054 h 1496290"/>
              <a:gd name="connsiteX7" fmla="*/ 267854 w 12783128"/>
              <a:gd name="connsiteY7" fmla="*/ 1496290 h 1496290"/>
              <a:gd name="connsiteX0" fmla="*/ 267854 w 12783128"/>
              <a:gd name="connsiteY0" fmla="*/ 1496290 h 1496290"/>
              <a:gd name="connsiteX1" fmla="*/ 2743200 w 12783128"/>
              <a:gd name="connsiteY1" fmla="*/ 387927 h 1496290"/>
              <a:gd name="connsiteX2" fmla="*/ 10187710 w 12783128"/>
              <a:gd name="connsiteY2" fmla="*/ 286327 h 1496290"/>
              <a:gd name="connsiteX3" fmla="*/ 12681528 w 12783128"/>
              <a:gd name="connsiteY3" fmla="*/ 757381 h 1496290"/>
              <a:gd name="connsiteX4" fmla="*/ 12783128 w 12783128"/>
              <a:gd name="connsiteY4" fmla="*/ 9236 h 1496290"/>
              <a:gd name="connsiteX5" fmla="*/ 0 w 12783128"/>
              <a:gd name="connsiteY5" fmla="*/ 0 h 1496290"/>
              <a:gd name="connsiteX6" fmla="*/ 55419 w 12783128"/>
              <a:gd name="connsiteY6" fmla="*/ 1487054 h 1496290"/>
              <a:gd name="connsiteX7" fmla="*/ 267854 w 12783128"/>
              <a:gd name="connsiteY7" fmla="*/ 1496290 h 1496290"/>
              <a:gd name="connsiteX0" fmla="*/ 258618 w 12783128"/>
              <a:gd name="connsiteY0" fmla="*/ 2041236 h 2041236"/>
              <a:gd name="connsiteX1" fmla="*/ 2743200 w 12783128"/>
              <a:gd name="connsiteY1" fmla="*/ 387927 h 2041236"/>
              <a:gd name="connsiteX2" fmla="*/ 10187710 w 12783128"/>
              <a:gd name="connsiteY2" fmla="*/ 286327 h 2041236"/>
              <a:gd name="connsiteX3" fmla="*/ 12681528 w 12783128"/>
              <a:gd name="connsiteY3" fmla="*/ 757381 h 2041236"/>
              <a:gd name="connsiteX4" fmla="*/ 12783128 w 12783128"/>
              <a:gd name="connsiteY4" fmla="*/ 9236 h 2041236"/>
              <a:gd name="connsiteX5" fmla="*/ 0 w 12783128"/>
              <a:gd name="connsiteY5" fmla="*/ 0 h 2041236"/>
              <a:gd name="connsiteX6" fmla="*/ 55419 w 12783128"/>
              <a:gd name="connsiteY6" fmla="*/ 1487054 h 2041236"/>
              <a:gd name="connsiteX7" fmla="*/ 258618 w 12783128"/>
              <a:gd name="connsiteY7" fmla="*/ 2041236 h 2041236"/>
              <a:gd name="connsiteX0" fmla="*/ 258618 w 12783128"/>
              <a:gd name="connsiteY0" fmla="*/ 2041236 h 2041236"/>
              <a:gd name="connsiteX1" fmla="*/ 2743200 w 12783128"/>
              <a:gd name="connsiteY1" fmla="*/ 387927 h 2041236"/>
              <a:gd name="connsiteX2" fmla="*/ 10187710 w 12783128"/>
              <a:gd name="connsiteY2" fmla="*/ 286327 h 2041236"/>
              <a:gd name="connsiteX3" fmla="*/ 12469092 w 12783128"/>
              <a:gd name="connsiteY3" fmla="*/ 812800 h 2041236"/>
              <a:gd name="connsiteX4" fmla="*/ 12783128 w 12783128"/>
              <a:gd name="connsiteY4" fmla="*/ 9236 h 2041236"/>
              <a:gd name="connsiteX5" fmla="*/ 0 w 12783128"/>
              <a:gd name="connsiteY5" fmla="*/ 0 h 2041236"/>
              <a:gd name="connsiteX6" fmla="*/ 55419 w 12783128"/>
              <a:gd name="connsiteY6" fmla="*/ 1487054 h 2041236"/>
              <a:gd name="connsiteX7" fmla="*/ 258618 w 12783128"/>
              <a:gd name="connsiteY7" fmla="*/ 2041236 h 2041236"/>
              <a:gd name="connsiteX0" fmla="*/ 258618 w 12469092"/>
              <a:gd name="connsiteY0" fmla="*/ 2041236 h 2041236"/>
              <a:gd name="connsiteX1" fmla="*/ 2743200 w 12469092"/>
              <a:gd name="connsiteY1" fmla="*/ 387927 h 2041236"/>
              <a:gd name="connsiteX2" fmla="*/ 10187710 w 12469092"/>
              <a:gd name="connsiteY2" fmla="*/ 286327 h 2041236"/>
              <a:gd name="connsiteX3" fmla="*/ 12469092 w 12469092"/>
              <a:gd name="connsiteY3" fmla="*/ 812800 h 2041236"/>
              <a:gd name="connsiteX4" fmla="*/ 12459855 w 12469092"/>
              <a:gd name="connsiteY4" fmla="*/ 0 h 2041236"/>
              <a:gd name="connsiteX5" fmla="*/ 0 w 12469092"/>
              <a:gd name="connsiteY5" fmla="*/ 0 h 2041236"/>
              <a:gd name="connsiteX6" fmla="*/ 55419 w 12469092"/>
              <a:gd name="connsiteY6" fmla="*/ 1487054 h 2041236"/>
              <a:gd name="connsiteX7" fmla="*/ 258618 w 12469092"/>
              <a:gd name="connsiteY7" fmla="*/ 2041236 h 2041236"/>
              <a:gd name="connsiteX0" fmla="*/ 258618 w 12469092"/>
              <a:gd name="connsiteY0" fmla="*/ 2041236 h 2041236"/>
              <a:gd name="connsiteX1" fmla="*/ 2743200 w 12469092"/>
              <a:gd name="connsiteY1" fmla="*/ 387927 h 2041236"/>
              <a:gd name="connsiteX2" fmla="*/ 10187710 w 12469092"/>
              <a:gd name="connsiteY2" fmla="*/ 286327 h 2041236"/>
              <a:gd name="connsiteX3" fmla="*/ 12469092 w 12469092"/>
              <a:gd name="connsiteY3" fmla="*/ 812800 h 2041236"/>
              <a:gd name="connsiteX4" fmla="*/ 12459855 w 12469092"/>
              <a:gd name="connsiteY4" fmla="*/ 0 h 2041236"/>
              <a:gd name="connsiteX5" fmla="*/ 0 w 12469092"/>
              <a:gd name="connsiteY5" fmla="*/ 0 h 2041236"/>
              <a:gd name="connsiteX6" fmla="*/ 258618 w 12469092"/>
              <a:gd name="connsiteY6" fmla="*/ 2041236 h 2041236"/>
              <a:gd name="connsiteX0" fmla="*/ 101600 w 12312074"/>
              <a:gd name="connsiteY0" fmla="*/ 2041236 h 2041236"/>
              <a:gd name="connsiteX1" fmla="*/ 2586182 w 12312074"/>
              <a:gd name="connsiteY1" fmla="*/ 387927 h 2041236"/>
              <a:gd name="connsiteX2" fmla="*/ 10030692 w 12312074"/>
              <a:gd name="connsiteY2" fmla="*/ 286327 h 2041236"/>
              <a:gd name="connsiteX3" fmla="*/ 12312074 w 12312074"/>
              <a:gd name="connsiteY3" fmla="*/ 812800 h 2041236"/>
              <a:gd name="connsiteX4" fmla="*/ 12302837 w 12312074"/>
              <a:gd name="connsiteY4" fmla="*/ 0 h 2041236"/>
              <a:gd name="connsiteX5" fmla="*/ 0 w 12312074"/>
              <a:gd name="connsiteY5" fmla="*/ 120073 h 2041236"/>
              <a:gd name="connsiteX6" fmla="*/ 101600 w 12312074"/>
              <a:gd name="connsiteY6" fmla="*/ 2041236 h 2041236"/>
              <a:gd name="connsiteX0" fmla="*/ 0 w 12210474"/>
              <a:gd name="connsiteY0" fmla="*/ 2041236 h 2041236"/>
              <a:gd name="connsiteX1" fmla="*/ 2484582 w 12210474"/>
              <a:gd name="connsiteY1" fmla="*/ 387927 h 2041236"/>
              <a:gd name="connsiteX2" fmla="*/ 9929092 w 12210474"/>
              <a:gd name="connsiteY2" fmla="*/ 286327 h 2041236"/>
              <a:gd name="connsiteX3" fmla="*/ 12210474 w 12210474"/>
              <a:gd name="connsiteY3" fmla="*/ 812800 h 2041236"/>
              <a:gd name="connsiteX4" fmla="*/ 12201237 w 12210474"/>
              <a:gd name="connsiteY4" fmla="*/ 0 h 2041236"/>
              <a:gd name="connsiteX5" fmla="*/ 64654 w 12210474"/>
              <a:gd name="connsiteY5" fmla="*/ 175491 h 2041236"/>
              <a:gd name="connsiteX6" fmla="*/ 0 w 12210474"/>
              <a:gd name="connsiteY6" fmla="*/ 2041236 h 2041236"/>
              <a:gd name="connsiteX0" fmla="*/ 0 w 12210474"/>
              <a:gd name="connsiteY0" fmla="*/ 2041236 h 2041236"/>
              <a:gd name="connsiteX1" fmla="*/ 2484582 w 12210474"/>
              <a:gd name="connsiteY1" fmla="*/ 387927 h 2041236"/>
              <a:gd name="connsiteX2" fmla="*/ 9929092 w 12210474"/>
              <a:gd name="connsiteY2" fmla="*/ 286327 h 2041236"/>
              <a:gd name="connsiteX3" fmla="*/ 12210474 w 12210474"/>
              <a:gd name="connsiteY3" fmla="*/ 812800 h 2041236"/>
              <a:gd name="connsiteX4" fmla="*/ 12201237 w 12210474"/>
              <a:gd name="connsiteY4" fmla="*/ 0 h 2041236"/>
              <a:gd name="connsiteX5" fmla="*/ 0 w 12210474"/>
              <a:gd name="connsiteY5" fmla="*/ 110836 h 2041236"/>
              <a:gd name="connsiteX6" fmla="*/ 0 w 12210474"/>
              <a:gd name="connsiteY6" fmla="*/ 2041236 h 2041236"/>
              <a:gd name="connsiteX0" fmla="*/ 0 w 12210474"/>
              <a:gd name="connsiteY0" fmla="*/ 2466109 h 2466109"/>
              <a:gd name="connsiteX1" fmla="*/ 2484582 w 12210474"/>
              <a:gd name="connsiteY1" fmla="*/ 387927 h 2466109"/>
              <a:gd name="connsiteX2" fmla="*/ 9929092 w 12210474"/>
              <a:gd name="connsiteY2" fmla="*/ 286327 h 2466109"/>
              <a:gd name="connsiteX3" fmla="*/ 12210474 w 12210474"/>
              <a:gd name="connsiteY3" fmla="*/ 812800 h 2466109"/>
              <a:gd name="connsiteX4" fmla="*/ 12201237 w 12210474"/>
              <a:gd name="connsiteY4" fmla="*/ 0 h 2466109"/>
              <a:gd name="connsiteX5" fmla="*/ 0 w 12210474"/>
              <a:gd name="connsiteY5" fmla="*/ 110836 h 2466109"/>
              <a:gd name="connsiteX6" fmla="*/ 0 w 12210474"/>
              <a:gd name="connsiteY6" fmla="*/ 2466109 h 2466109"/>
              <a:gd name="connsiteX0" fmla="*/ 0 w 12210474"/>
              <a:gd name="connsiteY0" fmla="*/ 2466109 h 2466109"/>
              <a:gd name="connsiteX1" fmla="*/ 2484582 w 12210474"/>
              <a:gd name="connsiteY1" fmla="*/ 387927 h 2466109"/>
              <a:gd name="connsiteX2" fmla="*/ 9929092 w 12210474"/>
              <a:gd name="connsiteY2" fmla="*/ 286327 h 2466109"/>
              <a:gd name="connsiteX3" fmla="*/ 12210474 w 12210474"/>
              <a:gd name="connsiteY3" fmla="*/ 812800 h 2466109"/>
              <a:gd name="connsiteX4" fmla="*/ 12201237 w 12210474"/>
              <a:gd name="connsiteY4" fmla="*/ 0 h 2466109"/>
              <a:gd name="connsiteX5" fmla="*/ 0 w 12210474"/>
              <a:gd name="connsiteY5" fmla="*/ 110836 h 2466109"/>
              <a:gd name="connsiteX6" fmla="*/ 0 w 12210474"/>
              <a:gd name="connsiteY6" fmla="*/ 2466109 h 2466109"/>
              <a:gd name="connsiteX0" fmla="*/ 0 w 12210474"/>
              <a:gd name="connsiteY0" fmla="*/ 2466109 h 2466109"/>
              <a:gd name="connsiteX1" fmla="*/ 2558473 w 12210474"/>
              <a:gd name="connsiteY1" fmla="*/ 748145 h 2466109"/>
              <a:gd name="connsiteX2" fmla="*/ 9929092 w 12210474"/>
              <a:gd name="connsiteY2" fmla="*/ 286327 h 2466109"/>
              <a:gd name="connsiteX3" fmla="*/ 12210474 w 12210474"/>
              <a:gd name="connsiteY3" fmla="*/ 812800 h 2466109"/>
              <a:gd name="connsiteX4" fmla="*/ 12201237 w 12210474"/>
              <a:gd name="connsiteY4" fmla="*/ 0 h 2466109"/>
              <a:gd name="connsiteX5" fmla="*/ 0 w 12210474"/>
              <a:gd name="connsiteY5" fmla="*/ 110836 h 2466109"/>
              <a:gd name="connsiteX6" fmla="*/ 0 w 12210474"/>
              <a:gd name="connsiteY6" fmla="*/ 2466109 h 2466109"/>
              <a:gd name="connsiteX0" fmla="*/ 0 w 12210474"/>
              <a:gd name="connsiteY0" fmla="*/ 2466109 h 2466109"/>
              <a:gd name="connsiteX1" fmla="*/ 2558473 w 12210474"/>
              <a:gd name="connsiteY1" fmla="*/ 748145 h 2466109"/>
              <a:gd name="connsiteX2" fmla="*/ 9929092 w 12210474"/>
              <a:gd name="connsiteY2" fmla="*/ 286327 h 2466109"/>
              <a:gd name="connsiteX3" fmla="*/ 12210474 w 12210474"/>
              <a:gd name="connsiteY3" fmla="*/ 812800 h 2466109"/>
              <a:gd name="connsiteX4" fmla="*/ 12201237 w 12210474"/>
              <a:gd name="connsiteY4" fmla="*/ 0 h 2466109"/>
              <a:gd name="connsiteX5" fmla="*/ 0 w 12210474"/>
              <a:gd name="connsiteY5" fmla="*/ 110836 h 2466109"/>
              <a:gd name="connsiteX6" fmla="*/ 0 w 12210474"/>
              <a:gd name="connsiteY6" fmla="*/ 2466109 h 2466109"/>
              <a:gd name="connsiteX0" fmla="*/ 0 w 12210474"/>
              <a:gd name="connsiteY0" fmla="*/ 2466109 h 2466109"/>
              <a:gd name="connsiteX1" fmla="*/ 3158837 w 12210474"/>
              <a:gd name="connsiteY1" fmla="*/ 683491 h 2466109"/>
              <a:gd name="connsiteX2" fmla="*/ 9929092 w 12210474"/>
              <a:gd name="connsiteY2" fmla="*/ 286327 h 2466109"/>
              <a:gd name="connsiteX3" fmla="*/ 12210474 w 12210474"/>
              <a:gd name="connsiteY3" fmla="*/ 812800 h 2466109"/>
              <a:gd name="connsiteX4" fmla="*/ 12201237 w 12210474"/>
              <a:gd name="connsiteY4" fmla="*/ 0 h 2466109"/>
              <a:gd name="connsiteX5" fmla="*/ 0 w 12210474"/>
              <a:gd name="connsiteY5" fmla="*/ 110836 h 2466109"/>
              <a:gd name="connsiteX6" fmla="*/ 0 w 12210474"/>
              <a:gd name="connsiteY6" fmla="*/ 2466109 h 2466109"/>
              <a:gd name="connsiteX0" fmla="*/ 0 w 12210474"/>
              <a:gd name="connsiteY0" fmla="*/ 2466109 h 2466109"/>
              <a:gd name="connsiteX1" fmla="*/ 3158837 w 12210474"/>
              <a:gd name="connsiteY1" fmla="*/ 683491 h 2466109"/>
              <a:gd name="connsiteX2" fmla="*/ 9864438 w 12210474"/>
              <a:gd name="connsiteY2" fmla="*/ 406400 h 2466109"/>
              <a:gd name="connsiteX3" fmla="*/ 12210474 w 12210474"/>
              <a:gd name="connsiteY3" fmla="*/ 812800 h 2466109"/>
              <a:gd name="connsiteX4" fmla="*/ 12201237 w 12210474"/>
              <a:gd name="connsiteY4" fmla="*/ 0 h 2466109"/>
              <a:gd name="connsiteX5" fmla="*/ 0 w 12210474"/>
              <a:gd name="connsiteY5" fmla="*/ 110836 h 2466109"/>
              <a:gd name="connsiteX6" fmla="*/ 0 w 12210474"/>
              <a:gd name="connsiteY6" fmla="*/ 2466109 h 2466109"/>
              <a:gd name="connsiteX0" fmla="*/ 0 w 12201237"/>
              <a:gd name="connsiteY0" fmla="*/ 2466109 h 2466109"/>
              <a:gd name="connsiteX1" fmla="*/ 3158837 w 12201237"/>
              <a:gd name="connsiteY1" fmla="*/ 683491 h 2466109"/>
              <a:gd name="connsiteX2" fmla="*/ 9864438 w 12201237"/>
              <a:gd name="connsiteY2" fmla="*/ 406400 h 2466109"/>
              <a:gd name="connsiteX3" fmla="*/ 12182765 w 12201237"/>
              <a:gd name="connsiteY3" fmla="*/ 1099127 h 2466109"/>
              <a:gd name="connsiteX4" fmla="*/ 12201237 w 12201237"/>
              <a:gd name="connsiteY4" fmla="*/ 0 h 2466109"/>
              <a:gd name="connsiteX5" fmla="*/ 0 w 12201237"/>
              <a:gd name="connsiteY5" fmla="*/ 110836 h 2466109"/>
              <a:gd name="connsiteX6" fmla="*/ 0 w 12201237"/>
              <a:gd name="connsiteY6" fmla="*/ 2466109 h 2466109"/>
              <a:gd name="connsiteX0" fmla="*/ 0 w 12201237"/>
              <a:gd name="connsiteY0" fmla="*/ 2466109 h 2466109"/>
              <a:gd name="connsiteX1" fmla="*/ 3158837 w 12201237"/>
              <a:gd name="connsiteY1" fmla="*/ 683491 h 2466109"/>
              <a:gd name="connsiteX2" fmla="*/ 9864438 w 12201237"/>
              <a:gd name="connsiteY2" fmla="*/ 406400 h 2466109"/>
              <a:gd name="connsiteX3" fmla="*/ 12182765 w 12201237"/>
              <a:gd name="connsiteY3" fmla="*/ 1099127 h 2466109"/>
              <a:gd name="connsiteX4" fmla="*/ 12201237 w 12201237"/>
              <a:gd name="connsiteY4" fmla="*/ 0 h 2466109"/>
              <a:gd name="connsiteX5" fmla="*/ 0 w 12201237"/>
              <a:gd name="connsiteY5" fmla="*/ 110836 h 2466109"/>
              <a:gd name="connsiteX6" fmla="*/ 0 w 12201237"/>
              <a:gd name="connsiteY6" fmla="*/ 2466109 h 2466109"/>
              <a:gd name="connsiteX0" fmla="*/ 0 w 12201238"/>
              <a:gd name="connsiteY0" fmla="*/ 2466109 h 2466109"/>
              <a:gd name="connsiteX1" fmla="*/ 3158837 w 12201238"/>
              <a:gd name="connsiteY1" fmla="*/ 683491 h 2466109"/>
              <a:gd name="connsiteX2" fmla="*/ 9864438 w 12201238"/>
              <a:gd name="connsiteY2" fmla="*/ 406400 h 2466109"/>
              <a:gd name="connsiteX3" fmla="*/ 12201238 w 12201238"/>
              <a:gd name="connsiteY3" fmla="*/ 1099127 h 2466109"/>
              <a:gd name="connsiteX4" fmla="*/ 12201237 w 12201238"/>
              <a:gd name="connsiteY4" fmla="*/ 0 h 2466109"/>
              <a:gd name="connsiteX5" fmla="*/ 0 w 12201238"/>
              <a:gd name="connsiteY5" fmla="*/ 110836 h 2466109"/>
              <a:gd name="connsiteX6" fmla="*/ 0 w 12201238"/>
              <a:gd name="connsiteY6" fmla="*/ 2466109 h 246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1238" h="2466109">
                <a:moveTo>
                  <a:pt x="0" y="2466109"/>
                </a:moveTo>
                <a:cubicBezTo>
                  <a:pt x="153940" y="2176703"/>
                  <a:pt x="1514764" y="1026776"/>
                  <a:pt x="3158837" y="683491"/>
                </a:cubicBezTo>
                <a:cubicBezTo>
                  <a:pt x="4802910" y="340206"/>
                  <a:pt x="8357371" y="337127"/>
                  <a:pt x="9864438" y="406400"/>
                </a:cubicBezTo>
                <a:cubicBezTo>
                  <a:pt x="11371505" y="475673"/>
                  <a:pt x="11582401" y="609600"/>
                  <a:pt x="12201238" y="1099127"/>
                </a:cubicBezTo>
                <a:cubicBezTo>
                  <a:pt x="12201238" y="732751"/>
                  <a:pt x="12201237" y="366376"/>
                  <a:pt x="12201237" y="0"/>
                </a:cubicBezTo>
                <a:lnTo>
                  <a:pt x="0" y="110836"/>
                </a:lnTo>
                <a:lnTo>
                  <a:pt x="0" y="2466109"/>
                </a:lnTo>
                <a:close/>
              </a:path>
            </a:pathLst>
          </a:cu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6F922-54E5-C9D9-E75B-9FB7C023D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A5C8F-164D-7E1D-EF92-07DBF719A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43CF-10DD-AF75-33A6-A8144BB11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BCB8D-29B8-4E35-9093-2F363A120E10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8D02E-7365-E015-EAB9-8DEDBB29C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E6988-4767-75E2-85F5-D1C04F94B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45996" y="6356350"/>
            <a:ext cx="537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fld id="{93FD5F73-0A7F-43DF-92DF-1CB70364DBB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D5EDC247-EAEC-64B0-B97C-1B68C8CA4416}"/>
              </a:ext>
            </a:extLst>
          </p:cNvPr>
          <p:cNvSpPr/>
          <p:nvPr userDrawn="1"/>
        </p:nvSpPr>
        <p:spPr>
          <a:xfrm rot="10800000">
            <a:off x="8610599" y="-82262"/>
            <a:ext cx="2910607" cy="872836"/>
          </a:xfrm>
          <a:prstGeom prst="round2SameRect">
            <a:avLst>
              <a:gd name="adj1" fmla="val 2537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53209A-5331-ACB0-B99A-5450181EFD9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640" y="48160"/>
            <a:ext cx="2604306" cy="6691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632AF3-F645-2F85-4340-AFBD13102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" t="3607" r="15402" b="4065"/>
          <a:stretch/>
        </p:blipFill>
        <p:spPr>
          <a:xfrm>
            <a:off x="8139824" y="1870075"/>
            <a:ext cx="4052175" cy="343925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3163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g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quareline.io/downloads" TargetMode="External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tronShop/ATD5-P4-Template-PIO/releases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9AA1DE-36C8-3759-E9D0-5BE20ABC1203}"/>
              </a:ext>
            </a:extLst>
          </p:cNvPr>
          <p:cNvSpPr/>
          <p:nvPr/>
        </p:nvSpPr>
        <p:spPr>
          <a:xfrm>
            <a:off x="1474237" y="1073020"/>
            <a:ext cx="3526971" cy="2108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4C46C1-DAF0-86BB-C2A1-629410F7E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1846" y="868757"/>
            <a:ext cx="6357311" cy="1305318"/>
          </a:xfrm>
        </p:spPr>
        <p:txBody>
          <a:bodyPr>
            <a:normAutofit/>
          </a:bodyPr>
          <a:lstStyle/>
          <a:p>
            <a:pPr algn="l"/>
            <a:r>
              <a:rPr lang="th-TH" sz="7200" dirty="0">
                <a:solidFill>
                  <a:srgbClr val="2ECC71"/>
                </a:solidFill>
              </a:rPr>
              <a:t>รู้จักกับ</a:t>
            </a:r>
            <a:r>
              <a:rPr lang="en-US" sz="7200" dirty="0">
                <a:solidFill>
                  <a:srgbClr val="2ECC71"/>
                </a:solidFill>
              </a:rPr>
              <a:t> ATD5-P4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7CF5C2D-C2DD-F330-FBC5-B4AA4A1C1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6" y="2174075"/>
            <a:ext cx="6976436" cy="1655762"/>
          </a:xfrm>
        </p:spPr>
        <p:txBody>
          <a:bodyPr>
            <a:normAutofit/>
          </a:bodyPr>
          <a:lstStyle/>
          <a:p>
            <a:pPr algn="l"/>
            <a:r>
              <a:rPr lang="th-TH" sz="4000" dirty="0">
                <a:solidFill>
                  <a:srgbClr val="F1C40F"/>
                </a:solidFill>
              </a:rPr>
              <a:t>บอร์ด </a:t>
            </a:r>
            <a:r>
              <a:rPr lang="en-US" sz="4000" dirty="0">
                <a:solidFill>
                  <a:srgbClr val="F1C40F"/>
                </a:solidFill>
              </a:rPr>
              <a:t>ESP32-P4 </a:t>
            </a:r>
            <a:r>
              <a:rPr lang="th-TH" sz="4000" dirty="0">
                <a:solidFill>
                  <a:srgbClr val="F1C40F"/>
                </a:solidFill>
              </a:rPr>
              <a:t>พร้อมจอ </a:t>
            </a:r>
            <a:r>
              <a:rPr lang="en-US" sz="4000" dirty="0">
                <a:solidFill>
                  <a:srgbClr val="F1C40F"/>
                </a:solidFill>
              </a:rPr>
              <a:t>5</a:t>
            </a:r>
            <a:r>
              <a:rPr lang="th-TH" sz="4000" dirty="0">
                <a:solidFill>
                  <a:srgbClr val="F1C40F"/>
                </a:solidFill>
              </a:rPr>
              <a:t> นิ้ว</a:t>
            </a:r>
            <a:endParaRPr lang="en-US" sz="4000" dirty="0">
              <a:solidFill>
                <a:srgbClr val="F1C40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727E9-EFD9-C546-CB39-B0900637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04633B-63C5-908C-7CD6-FD20B528732D}"/>
              </a:ext>
            </a:extLst>
          </p:cNvPr>
          <p:cNvSpPr/>
          <p:nvPr/>
        </p:nvSpPr>
        <p:spPr>
          <a:xfrm>
            <a:off x="7382022" y="3429000"/>
            <a:ext cx="2876957" cy="287695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44500" dist="3429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93D0B8-CF9A-BE19-924A-DEF54941B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875" y="3873067"/>
            <a:ext cx="1885250" cy="1988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2C1D39-7C8F-464D-04D2-CD08A8CF7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237" y="565254"/>
            <a:ext cx="3918117" cy="2705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93089A-5A42-C921-9648-50D2FB3DDF4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1" y="3193935"/>
            <a:ext cx="4907902" cy="36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3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1CCB6-C581-E014-BF64-531D2E8DC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อุปกรณ์ที่มีในชุด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4198A-D4C0-0786-01D4-495CB06E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F5FC5F2-8868-3DB2-026B-B1E3E74FC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79" y="1089000"/>
            <a:ext cx="2878500" cy="21600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B2436BEC-E4DC-034A-DE0D-82CAFF7E5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473" y="1089000"/>
            <a:ext cx="2878500" cy="21600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AE8743-8B47-E3EA-7E6A-328B481CC349}"/>
              </a:ext>
            </a:extLst>
          </p:cNvPr>
          <p:cNvSpPr txBox="1"/>
          <p:nvPr/>
        </p:nvSpPr>
        <p:spPr>
          <a:xfrm>
            <a:off x="5303878" y="3260192"/>
            <a:ext cx="287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dirty="0"/>
              <a:t>เสาอากาศ 2.4</a:t>
            </a:r>
            <a:r>
              <a:rPr lang="en-US" sz="2400" dirty="0"/>
              <a:t>G x1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C544B5-D44E-5579-5B21-4B9B4ABDD6C1}"/>
              </a:ext>
            </a:extLst>
          </p:cNvPr>
          <p:cNvSpPr txBox="1"/>
          <p:nvPr/>
        </p:nvSpPr>
        <p:spPr>
          <a:xfrm>
            <a:off x="8692475" y="3260192"/>
            <a:ext cx="287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dirty="0"/>
              <a:t>ลำโพง 3</a:t>
            </a:r>
            <a:r>
              <a:rPr lang="en-US" sz="2400" dirty="0"/>
              <a:t>W x1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60F22D8-DD98-62E3-E077-81CF431AF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76" y="3870776"/>
            <a:ext cx="2878500" cy="21600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3F4CB9B-8915-92DB-2C24-0541F24F3703}"/>
              </a:ext>
            </a:extLst>
          </p:cNvPr>
          <p:cNvSpPr txBox="1"/>
          <p:nvPr/>
        </p:nvSpPr>
        <p:spPr>
          <a:xfrm>
            <a:off x="5303876" y="6030776"/>
            <a:ext cx="2878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dirty="0"/>
              <a:t>สาย </a:t>
            </a:r>
            <a:r>
              <a:rPr lang="en-US" sz="2400" dirty="0"/>
              <a:t>USB-C</a:t>
            </a:r>
            <a:r>
              <a:rPr lang="th-TH" sz="2400" dirty="0"/>
              <a:t> </a:t>
            </a:r>
            <a:r>
              <a:rPr lang="en-US" sz="2400" dirty="0"/>
              <a:t>x1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4F7F5-ACCF-1855-0232-C64705891575}"/>
              </a:ext>
            </a:extLst>
          </p:cNvPr>
          <p:cNvSpPr txBox="1"/>
          <p:nvPr/>
        </p:nvSpPr>
        <p:spPr>
          <a:xfrm>
            <a:off x="278532" y="4494231"/>
            <a:ext cx="4755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ATD5-P4 </a:t>
            </a:r>
            <a:r>
              <a:rPr lang="th-TH" sz="2800" dirty="0"/>
              <a:t>พร้อมกรอบจอ </a:t>
            </a:r>
            <a:r>
              <a:rPr lang="en-US" sz="2800" dirty="0"/>
              <a:t>x1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71DBB-A660-19BB-83FB-62CBFF00A3D0}"/>
              </a:ext>
            </a:extLst>
          </p:cNvPr>
          <p:cNvSpPr txBox="1"/>
          <p:nvPr/>
        </p:nvSpPr>
        <p:spPr>
          <a:xfrm>
            <a:off x="907761" y="4950776"/>
            <a:ext cx="349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>
                <a:solidFill>
                  <a:schemeClr val="tx1">
                    <a:lumMod val="50000"/>
                    <a:lumOff val="50000"/>
                  </a:schemeClr>
                </a:solidFill>
              </a:rPr>
              <a:t>กรอบจอทำจากเครื่องปริ้น 3 มิติ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(PLA)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79A0F67-5657-632E-B971-58D6D99982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473" y="3870776"/>
            <a:ext cx="2880000" cy="216105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C489EF5-F4AC-D2FD-B85C-DD50B776F0CD}"/>
              </a:ext>
            </a:extLst>
          </p:cNvPr>
          <p:cNvSpPr txBox="1"/>
          <p:nvPr/>
        </p:nvSpPr>
        <p:spPr>
          <a:xfrm>
            <a:off x="8692473" y="6030775"/>
            <a:ext cx="2878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dirty="0"/>
              <a:t>ตัวดันขอบกล่อง </a:t>
            </a:r>
            <a:r>
              <a:rPr lang="en-US" sz="2400" dirty="0"/>
              <a:t>x4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1CA0A7-A27A-703D-8E60-F5ABD58509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95" y="1638800"/>
            <a:ext cx="3964880" cy="273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9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EBCB07-C7A0-28DE-DABD-51BB56FDC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95" y="1638800"/>
            <a:ext cx="6736072" cy="465067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E67FDB5-A3E4-4935-B39D-B89D1AD2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ส่วนประกอบ </a:t>
            </a:r>
            <a:r>
              <a:rPr lang="en-US" dirty="0"/>
              <a:t>(1)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24EE1-6873-5A77-DD46-51F87790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3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1E58-3623-DC80-5718-BD7345C1A1E5}"/>
              </a:ext>
            </a:extLst>
          </p:cNvPr>
          <p:cNvCxnSpPr>
            <a:cxnSpLocks/>
          </p:cNvCxnSpPr>
          <p:nvPr/>
        </p:nvCxnSpPr>
        <p:spPr>
          <a:xfrm flipH="1">
            <a:off x="6058121" y="2004418"/>
            <a:ext cx="2057400" cy="1217717"/>
          </a:xfrm>
          <a:prstGeom prst="line">
            <a:avLst/>
          </a:prstGeom>
          <a:ln w="57150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A69127-459F-D09C-EEE1-E0BA8868472B}"/>
              </a:ext>
            </a:extLst>
          </p:cNvPr>
          <p:cNvSpPr txBox="1"/>
          <p:nvPr/>
        </p:nvSpPr>
        <p:spPr>
          <a:xfrm>
            <a:off x="8087528" y="1638800"/>
            <a:ext cx="3655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/>
              <a:t>หน้าจอทัชสกรีนขนาด </a:t>
            </a:r>
            <a:r>
              <a:rPr lang="en-US" sz="2800" dirty="0"/>
              <a:t>5</a:t>
            </a:r>
            <a:r>
              <a:rPr lang="th-TH" sz="2800" dirty="0"/>
              <a:t> นิ้ว</a:t>
            </a:r>
            <a:endParaRPr lang="en-US" sz="2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0F1541-35A0-24DE-F73C-BD127B2F3386}"/>
              </a:ext>
            </a:extLst>
          </p:cNvPr>
          <p:cNvCxnSpPr>
            <a:cxnSpLocks/>
          </p:cNvCxnSpPr>
          <p:nvPr/>
        </p:nvCxnSpPr>
        <p:spPr>
          <a:xfrm flipH="1" flipV="1">
            <a:off x="6907645" y="5027717"/>
            <a:ext cx="1746498" cy="295397"/>
          </a:xfrm>
          <a:prstGeom prst="line">
            <a:avLst/>
          </a:prstGeom>
          <a:ln w="57150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F7A9A55-B967-DA58-5135-11CC0A85F0DC}"/>
              </a:ext>
            </a:extLst>
          </p:cNvPr>
          <p:cNvSpPr txBox="1"/>
          <p:nvPr/>
        </p:nvSpPr>
        <p:spPr>
          <a:xfrm>
            <a:off x="8654143" y="5070601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/>
              <a:t>กรอบจอพลาสติก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439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79456B4-46DE-0CF7-DD4F-0421008FAE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6" b="4147"/>
          <a:stretch/>
        </p:blipFill>
        <p:spPr>
          <a:xfrm>
            <a:off x="1115706" y="485192"/>
            <a:ext cx="9450684" cy="637280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E67FDB5-A3E4-4935-B39D-B89D1AD2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ส่วนประกอบ </a:t>
            </a:r>
            <a:r>
              <a:rPr lang="en-US" dirty="0"/>
              <a:t>(2)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24EE1-6873-5A77-DD46-51F87790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4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67F204-A535-0436-0B1B-C322DFC2EDC0}"/>
              </a:ext>
            </a:extLst>
          </p:cNvPr>
          <p:cNvCxnSpPr/>
          <p:nvPr/>
        </p:nvCxnSpPr>
        <p:spPr>
          <a:xfrm flipH="1">
            <a:off x="1790027" y="2669607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A808AB-23AD-50A9-A9DE-8AC797F320E5}"/>
              </a:ext>
            </a:extLst>
          </p:cNvPr>
          <p:cNvCxnSpPr/>
          <p:nvPr/>
        </p:nvCxnSpPr>
        <p:spPr>
          <a:xfrm flipH="1">
            <a:off x="1790027" y="3652597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727222-A4E7-C983-7C1A-1E2B17D1FB9A}"/>
              </a:ext>
            </a:extLst>
          </p:cNvPr>
          <p:cNvCxnSpPr/>
          <p:nvPr/>
        </p:nvCxnSpPr>
        <p:spPr>
          <a:xfrm flipH="1">
            <a:off x="1790027" y="4554859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B024A29-7D3E-0AFB-1C64-E59A04D3EF1A}"/>
              </a:ext>
            </a:extLst>
          </p:cNvPr>
          <p:cNvCxnSpPr>
            <a:cxnSpLocks/>
          </p:cNvCxnSpPr>
          <p:nvPr/>
        </p:nvCxnSpPr>
        <p:spPr>
          <a:xfrm>
            <a:off x="8979627" y="4678326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71380C-11C4-B078-F39D-2BF438A2ADD6}"/>
              </a:ext>
            </a:extLst>
          </p:cNvPr>
          <p:cNvCxnSpPr>
            <a:cxnSpLocks/>
          </p:cNvCxnSpPr>
          <p:nvPr/>
        </p:nvCxnSpPr>
        <p:spPr>
          <a:xfrm>
            <a:off x="8979627" y="3586115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AFE2FF-9148-FFBA-C39D-C00EC0E8C0AB}"/>
              </a:ext>
            </a:extLst>
          </p:cNvPr>
          <p:cNvCxnSpPr>
            <a:cxnSpLocks/>
          </p:cNvCxnSpPr>
          <p:nvPr/>
        </p:nvCxnSpPr>
        <p:spPr>
          <a:xfrm>
            <a:off x="8979627" y="2797823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5ED98D7-2316-3C58-0C6D-942A3FA67E28}"/>
              </a:ext>
            </a:extLst>
          </p:cNvPr>
          <p:cNvSpPr/>
          <p:nvPr/>
        </p:nvSpPr>
        <p:spPr>
          <a:xfrm>
            <a:off x="1790027" y="4027748"/>
            <a:ext cx="2611810" cy="1367638"/>
          </a:xfrm>
          <a:custGeom>
            <a:avLst/>
            <a:gdLst>
              <a:gd name="connsiteX0" fmla="*/ 2733040 w 2733040"/>
              <a:gd name="connsiteY0" fmla="*/ 0 h 1645920"/>
              <a:gd name="connsiteX1" fmla="*/ 2733040 w 2733040"/>
              <a:gd name="connsiteY1" fmla="*/ 1645920 h 1645920"/>
              <a:gd name="connsiteX2" fmla="*/ 0 w 273304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3040" h="1645920">
                <a:moveTo>
                  <a:pt x="2733040" y="0"/>
                </a:moveTo>
                <a:lnTo>
                  <a:pt x="2733040" y="1645920"/>
                </a:lnTo>
                <a:lnTo>
                  <a:pt x="0" y="1645920"/>
                </a:lnTo>
              </a:path>
            </a:pathLst>
          </a:custGeom>
          <a:noFill/>
          <a:ln w="3810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276A06E-63D9-68A0-77EF-3EEF7DBCC1CF}"/>
              </a:ext>
            </a:extLst>
          </p:cNvPr>
          <p:cNvSpPr/>
          <p:nvPr/>
        </p:nvSpPr>
        <p:spPr>
          <a:xfrm flipH="1">
            <a:off x="5503546" y="3719081"/>
            <a:ext cx="4549297" cy="1676305"/>
          </a:xfrm>
          <a:custGeom>
            <a:avLst/>
            <a:gdLst>
              <a:gd name="connsiteX0" fmla="*/ 2733040 w 2733040"/>
              <a:gd name="connsiteY0" fmla="*/ 0 h 1645920"/>
              <a:gd name="connsiteX1" fmla="*/ 2733040 w 2733040"/>
              <a:gd name="connsiteY1" fmla="*/ 1645920 h 1645920"/>
              <a:gd name="connsiteX2" fmla="*/ 0 w 273304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3040" h="1645920">
                <a:moveTo>
                  <a:pt x="2733040" y="0"/>
                </a:moveTo>
                <a:lnTo>
                  <a:pt x="2733040" y="1645920"/>
                </a:lnTo>
                <a:lnTo>
                  <a:pt x="0" y="1645920"/>
                </a:lnTo>
              </a:path>
            </a:pathLst>
          </a:custGeom>
          <a:noFill/>
          <a:ln w="3810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BBB379D-7EBB-48B7-BA8B-0D7940B57CFC}"/>
              </a:ext>
            </a:extLst>
          </p:cNvPr>
          <p:cNvSpPr/>
          <p:nvPr/>
        </p:nvSpPr>
        <p:spPr>
          <a:xfrm flipH="1" flipV="1">
            <a:off x="5930933" y="2327697"/>
            <a:ext cx="4121910" cy="531858"/>
          </a:xfrm>
          <a:custGeom>
            <a:avLst/>
            <a:gdLst>
              <a:gd name="connsiteX0" fmla="*/ 2733040 w 2733040"/>
              <a:gd name="connsiteY0" fmla="*/ 0 h 1645920"/>
              <a:gd name="connsiteX1" fmla="*/ 2733040 w 2733040"/>
              <a:gd name="connsiteY1" fmla="*/ 1645920 h 1645920"/>
              <a:gd name="connsiteX2" fmla="*/ 0 w 273304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3040" h="1645920">
                <a:moveTo>
                  <a:pt x="2733040" y="0"/>
                </a:moveTo>
                <a:lnTo>
                  <a:pt x="2733040" y="1645920"/>
                </a:lnTo>
                <a:lnTo>
                  <a:pt x="0" y="1645920"/>
                </a:lnTo>
              </a:path>
            </a:pathLst>
          </a:custGeom>
          <a:noFill/>
          <a:ln w="3810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B471CC2-1854-29B4-0679-12B8BA3DA609}"/>
              </a:ext>
            </a:extLst>
          </p:cNvPr>
          <p:cNvCxnSpPr>
            <a:cxnSpLocks/>
          </p:cNvCxnSpPr>
          <p:nvPr/>
        </p:nvCxnSpPr>
        <p:spPr>
          <a:xfrm flipH="1">
            <a:off x="1790027" y="2033275"/>
            <a:ext cx="3001207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5A1D6B1-69D5-9DCE-9A45-60611E6BE7F3}"/>
              </a:ext>
            </a:extLst>
          </p:cNvPr>
          <p:cNvCxnSpPr>
            <a:cxnSpLocks/>
          </p:cNvCxnSpPr>
          <p:nvPr/>
        </p:nvCxnSpPr>
        <p:spPr>
          <a:xfrm flipH="1">
            <a:off x="1790027" y="3096994"/>
            <a:ext cx="2241408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8BB2625-F5F2-F5E8-85C6-B3F52BFD1C2B}"/>
              </a:ext>
            </a:extLst>
          </p:cNvPr>
          <p:cNvSpPr txBox="1"/>
          <p:nvPr/>
        </p:nvSpPr>
        <p:spPr>
          <a:xfrm>
            <a:off x="244094" y="1864231"/>
            <a:ext cx="1545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600" dirty="0">
                <a:latin typeface="Kanit" pitchFamily="2" charset="-34"/>
                <a:cs typeface="Kanit" pitchFamily="2" charset="-34"/>
              </a:rPr>
              <a:t>จุดต่ออุปกรณ์ภายนอก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0C19F0-BF6F-4C0D-9BA3-419B1C32C98B}"/>
              </a:ext>
            </a:extLst>
          </p:cNvPr>
          <p:cNvSpPr txBox="1"/>
          <p:nvPr/>
        </p:nvSpPr>
        <p:spPr>
          <a:xfrm>
            <a:off x="0" y="2504309"/>
            <a:ext cx="1790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600" dirty="0">
                <a:latin typeface="Kanit" pitchFamily="2" charset="-34"/>
                <a:cs typeface="Kanit" pitchFamily="2" charset="-34"/>
              </a:rPr>
              <a:t>ช่องอัพโหลดโค้ด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FA77DB-6CA1-F4DB-E159-833DAB3EC78B}"/>
              </a:ext>
            </a:extLst>
          </p:cNvPr>
          <p:cNvSpPr txBox="1"/>
          <p:nvPr/>
        </p:nvSpPr>
        <p:spPr>
          <a:xfrm>
            <a:off x="0" y="2943159"/>
            <a:ext cx="1790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Kanit" pitchFamily="2" charset="-34"/>
                <a:cs typeface="Kanit" pitchFamily="2" charset="-34"/>
              </a:rPr>
              <a:t>LED </a:t>
            </a:r>
            <a:r>
              <a:rPr lang="th-TH" sz="1600" dirty="0">
                <a:latin typeface="Kanit" pitchFamily="2" charset="-34"/>
                <a:cs typeface="Kanit" pitchFamily="2" charset="-34"/>
              </a:rPr>
              <a:t>โปรแกรมได้อิสระ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79BC6C-E887-2A4C-6EA8-E4BB00FA140C}"/>
              </a:ext>
            </a:extLst>
          </p:cNvPr>
          <p:cNvSpPr txBox="1"/>
          <p:nvPr/>
        </p:nvSpPr>
        <p:spPr>
          <a:xfrm>
            <a:off x="0" y="3500332"/>
            <a:ext cx="1790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600" dirty="0">
                <a:latin typeface="Kanit" pitchFamily="2" charset="-34"/>
                <a:cs typeface="Kanit" pitchFamily="2" charset="-34"/>
              </a:rPr>
              <a:t>จุดต่ออุปกรณ์ </a:t>
            </a:r>
            <a:r>
              <a:rPr lang="en-US" sz="1600" dirty="0">
                <a:latin typeface="Kanit" pitchFamily="2" charset="-34"/>
                <a:cs typeface="Kanit" pitchFamily="2" charset="-34"/>
              </a:rPr>
              <a:t>USB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F5896C-98B7-067F-8A9F-83782283950C}"/>
              </a:ext>
            </a:extLst>
          </p:cNvPr>
          <p:cNvSpPr txBox="1"/>
          <p:nvPr/>
        </p:nvSpPr>
        <p:spPr>
          <a:xfrm>
            <a:off x="0" y="4382538"/>
            <a:ext cx="1790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600" dirty="0">
                <a:latin typeface="Kanit" pitchFamily="2" charset="-34"/>
                <a:cs typeface="Kanit" pitchFamily="2" charset="-34"/>
              </a:rPr>
              <a:t>จุดต่ออุปกรณ์ </a:t>
            </a:r>
            <a:r>
              <a:rPr lang="en-US" sz="1600" dirty="0">
                <a:latin typeface="Kanit" pitchFamily="2" charset="-34"/>
                <a:cs typeface="Kanit" pitchFamily="2" charset="-34"/>
              </a:rPr>
              <a:t>Grove / I2C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E24B26-3244-D447-0F67-0A03B78B6817}"/>
              </a:ext>
            </a:extLst>
          </p:cNvPr>
          <p:cNvSpPr txBox="1"/>
          <p:nvPr/>
        </p:nvSpPr>
        <p:spPr>
          <a:xfrm>
            <a:off x="0" y="5229846"/>
            <a:ext cx="1790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600" dirty="0">
                <a:latin typeface="Kanit" pitchFamily="2" charset="-34"/>
                <a:cs typeface="Kanit" pitchFamily="2" charset="-34"/>
              </a:rPr>
              <a:t>จุดต่อลำโพง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F44932-535C-D3AD-314C-45C980F967FC}"/>
              </a:ext>
            </a:extLst>
          </p:cNvPr>
          <p:cNvSpPr txBox="1"/>
          <p:nvPr/>
        </p:nvSpPr>
        <p:spPr>
          <a:xfrm>
            <a:off x="10052843" y="5255482"/>
            <a:ext cx="2021043" cy="584775"/>
          </a:xfrm>
          <a:prstGeom prst="rect">
            <a:avLst/>
          </a:prstGeom>
          <a:solidFill>
            <a:srgbClr val="FFFFFF">
              <a:alpha val="7098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Kanit" pitchFamily="2" charset="-34"/>
                <a:cs typeface="Kanit" pitchFamily="2" charset="-34"/>
              </a:rPr>
              <a:t>ESP32-P4 + ESP32-C6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D55278-AB1A-08F6-849F-747C49C8AEE7}"/>
              </a:ext>
            </a:extLst>
          </p:cNvPr>
          <p:cNvSpPr txBox="1"/>
          <p:nvPr/>
        </p:nvSpPr>
        <p:spPr>
          <a:xfrm>
            <a:off x="10052843" y="4529089"/>
            <a:ext cx="2139157" cy="584775"/>
          </a:xfrm>
          <a:prstGeom prst="rect">
            <a:avLst/>
          </a:prstGeom>
          <a:solidFill>
            <a:srgbClr val="FFFFFF">
              <a:alpha val="70980"/>
            </a:srgbClr>
          </a:solidFill>
        </p:spPr>
        <p:txBody>
          <a:bodyPr wrap="square" rtlCol="0">
            <a:spAutoFit/>
          </a:bodyPr>
          <a:lstStyle/>
          <a:p>
            <a:r>
              <a:rPr lang="th-TH" sz="1600" dirty="0">
                <a:latin typeface="Kanit" pitchFamily="2" charset="-34"/>
                <a:cs typeface="Kanit" pitchFamily="2" charset="-34"/>
              </a:rPr>
              <a:t>ช่องเสียบ </a:t>
            </a:r>
            <a:r>
              <a:rPr lang="en-US" sz="1600" dirty="0">
                <a:latin typeface="Kanit" pitchFamily="2" charset="-34"/>
                <a:cs typeface="Kanit" pitchFamily="2" charset="-34"/>
              </a:rPr>
              <a:t>Micro SD Card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11890F-F073-9A9A-AF4F-062E76B54F0F}"/>
              </a:ext>
            </a:extLst>
          </p:cNvPr>
          <p:cNvSpPr txBox="1"/>
          <p:nvPr/>
        </p:nvSpPr>
        <p:spPr>
          <a:xfrm>
            <a:off x="10049118" y="3431107"/>
            <a:ext cx="2139157" cy="338554"/>
          </a:xfrm>
          <a:prstGeom prst="rect">
            <a:avLst/>
          </a:prstGeom>
          <a:solidFill>
            <a:srgbClr val="FFFFFF">
              <a:alpha val="70980"/>
            </a:srgbClr>
          </a:solidFill>
        </p:spPr>
        <p:txBody>
          <a:bodyPr wrap="square" rtlCol="0">
            <a:spAutoFit/>
          </a:bodyPr>
          <a:lstStyle/>
          <a:p>
            <a:r>
              <a:rPr lang="th-TH" sz="1600" dirty="0">
                <a:latin typeface="Kanit" pitchFamily="2" charset="-34"/>
                <a:cs typeface="Kanit" pitchFamily="2" charset="-34"/>
              </a:rPr>
              <a:t>จุดต่อไฟเลี้ยง </a:t>
            </a:r>
            <a:r>
              <a:rPr lang="en-US" sz="1600" dirty="0">
                <a:latin typeface="Kanit" pitchFamily="2" charset="-34"/>
                <a:cs typeface="Kanit" pitchFamily="2" charset="-34"/>
              </a:rPr>
              <a:t>DC Plug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6C0931-B0D1-BFF6-135E-F76B1307B469}"/>
              </a:ext>
            </a:extLst>
          </p:cNvPr>
          <p:cNvSpPr txBox="1"/>
          <p:nvPr/>
        </p:nvSpPr>
        <p:spPr>
          <a:xfrm>
            <a:off x="10052843" y="2642398"/>
            <a:ext cx="2139157" cy="584775"/>
          </a:xfrm>
          <a:prstGeom prst="rect">
            <a:avLst/>
          </a:prstGeom>
          <a:solidFill>
            <a:srgbClr val="FFFFFF">
              <a:alpha val="70980"/>
            </a:srgbClr>
          </a:solidFill>
        </p:spPr>
        <p:txBody>
          <a:bodyPr wrap="square" rtlCol="0">
            <a:spAutoFit/>
          </a:bodyPr>
          <a:lstStyle/>
          <a:p>
            <a:r>
              <a:rPr lang="th-TH" sz="1600" dirty="0">
                <a:latin typeface="Kanit" pitchFamily="2" charset="-34"/>
                <a:cs typeface="Kanit" pitchFamily="2" charset="-34"/>
              </a:rPr>
              <a:t>จุดต่อไฟเลี้ยง </a:t>
            </a:r>
            <a:r>
              <a:rPr lang="en-US" sz="1600" dirty="0">
                <a:latin typeface="Kanit" pitchFamily="2" charset="-34"/>
                <a:cs typeface="Kanit" pitchFamily="2" charset="-34"/>
              </a:rPr>
              <a:t>JST 2.5 mm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C54476-BF15-9E96-6D8D-EA36A6840142}"/>
              </a:ext>
            </a:extLst>
          </p:cNvPr>
          <p:cNvSpPr txBox="1"/>
          <p:nvPr/>
        </p:nvSpPr>
        <p:spPr>
          <a:xfrm>
            <a:off x="10049117" y="2155023"/>
            <a:ext cx="2139157" cy="338554"/>
          </a:xfrm>
          <a:prstGeom prst="rect">
            <a:avLst/>
          </a:prstGeom>
          <a:solidFill>
            <a:srgbClr val="FFFFFF">
              <a:alpha val="70980"/>
            </a:srgbClr>
          </a:solidFill>
        </p:spPr>
        <p:txBody>
          <a:bodyPr wrap="square" rtlCol="0">
            <a:spAutoFit/>
          </a:bodyPr>
          <a:lstStyle/>
          <a:p>
            <a:r>
              <a:rPr lang="th-TH" sz="1600" dirty="0">
                <a:latin typeface="Kanit" pitchFamily="2" charset="-34"/>
                <a:cs typeface="Kanit" pitchFamily="2" charset="-34"/>
              </a:rPr>
              <a:t>จุดต่อเสาอากาศ </a:t>
            </a:r>
            <a:r>
              <a:rPr lang="en-US" sz="1600" dirty="0" err="1">
                <a:latin typeface="Kanit" pitchFamily="2" charset="-34"/>
                <a:cs typeface="Kanit" pitchFamily="2" charset="-34"/>
              </a:rPr>
              <a:t>WiFi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A50CEB7-D82E-CBFC-2D17-0BA1CDAE6227}"/>
              </a:ext>
            </a:extLst>
          </p:cNvPr>
          <p:cNvSpPr/>
          <p:nvPr/>
        </p:nvSpPr>
        <p:spPr>
          <a:xfrm>
            <a:off x="1790027" y="3305939"/>
            <a:ext cx="2589187" cy="731872"/>
          </a:xfrm>
          <a:custGeom>
            <a:avLst/>
            <a:gdLst>
              <a:gd name="connsiteX0" fmla="*/ 2550160 w 2550160"/>
              <a:gd name="connsiteY0" fmla="*/ 0 h 833120"/>
              <a:gd name="connsiteX1" fmla="*/ 2550160 w 2550160"/>
              <a:gd name="connsiteY1" fmla="*/ 314960 h 833120"/>
              <a:gd name="connsiteX2" fmla="*/ 1778000 w 2550160"/>
              <a:gd name="connsiteY2" fmla="*/ 314960 h 833120"/>
              <a:gd name="connsiteX3" fmla="*/ 1778000 w 2550160"/>
              <a:gd name="connsiteY3" fmla="*/ 833120 h 833120"/>
              <a:gd name="connsiteX4" fmla="*/ 0 w 2550160"/>
              <a:gd name="connsiteY4" fmla="*/ 833120 h 83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160" h="833120">
                <a:moveTo>
                  <a:pt x="2550160" y="0"/>
                </a:moveTo>
                <a:lnTo>
                  <a:pt x="2550160" y="314960"/>
                </a:lnTo>
                <a:lnTo>
                  <a:pt x="1778000" y="314960"/>
                </a:lnTo>
                <a:lnTo>
                  <a:pt x="1778000" y="833120"/>
                </a:lnTo>
                <a:lnTo>
                  <a:pt x="0" y="833120"/>
                </a:lnTo>
              </a:path>
            </a:pathLst>
          </a:custGeom>
          <a:noFill/>
          <a:ln w="3810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AD88ED-A83D-300F-5A4F-9E8DE927C3EC}"/>
              </a:ext>
            </a:extLst>
          </p:cNvPr>
          <p:cNvSpPr txBox="1"/>
          <p:nvPr/>
        </p:nvSpPr>
        <p:spPr>
          <a:xfrm>
            <a:off x="0" y="3876952"/>
            <a:ext cx="1790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600" dirty="0">
                <a:latin typeface="Kanit" pitchFamily="2" charset="-34"/>
                <a:cs typeface="Kanit" pitchFamily="2" charset="-34"/>
              </a:rPr>
              <a:t>สวิตช์โปรแกรมได้อิสระ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10134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1B2E-09DD-D6A3-4642-B504EAD3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ขาต่ออุปกรณ์ภายนอก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7E0B05-DF4F-B72A-7219-2C974287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5</a:t>
            </a:fld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DE5EA6F-159E-1E6F-9EB7-F4C847C93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410" y="1165751"/>
            <a:ext cx="6321179" cy="555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1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E61A06-C32B-4482-9971-8E773DA6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วงจรภายใน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74634-ECE5-503C-2E48-80CE846F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6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2B48BA-3FA4-B634-7C5B-B78CDD4B7969}"/>
              </a:ext>
            </a:extLst>
          </p:cNvPr>
          <p:cNvCxnSpPr/>
          <p:nvPr/>
        </p:nvCxnSpPr>
        <p:spPr>
          <a:xfrm>
            <a:off x="6701241" y="4793657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F227F3-5D22-77B3-2CE3-4E7940B76503}"/>
              </a:ext>
            </a:extLst>
          </p:cNvPr>
          <p:cNvCxnSpPr/>
          <p:nvPr/>
        </p:nvCxnSpPr>
        <p:spPr>
          <a:xfrm>
            <a:off x="6701240" y="5016040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765EA7-9623-A631-D784-BFD910713758}"/>
              </a:ext>
            </a:extLst>
          </p:cNvPr>
          <p:cNvCxnSpPr/>
          <p:nvPr/>
        </p:nvCxnSpPr>
        <p:spPr>
          <a:xfrm>
            <a:off x="6711472" y="4589636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AC5972-B1AF-0C7C-5E52-C6F5E60DFEE7}"/>
              </a:ext>
            </a:extLst>
          </p:cNvPr>
          <p:cNvCxnSpPr/>
          <p:nvPr/>
        </p:nvCxnSpPr>
        <p:spPr>
          <a:xfrm>
            <a:off x="6711472" y="3758502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BE1168-0B17-F8F6-E139-437B14DDD166}"/>
              </a:ext>
            </a:extLst>
          </p:cNvPr>
          <p:cNvCxnSpPr>
            <a:cxnSpLocks/>
          </p:cNvCxnSpPr>
          <p:nvPr/>
        </p:nvCxnSpPr>
        <p:spPr>
          <a:xfrm>
            <a:off x="6711473" y="5814857"/>
            <a:ext cx="226577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E7E8F9-042E-A0D8-847D-9EF98F524EBF}"/>
              </a:ext>
            </a:extLst>
          </p:cNvPr>
          <p:cNvCxnSpPr>
            <a:cxnSpLocks/>
          </p:cNvCxnSpPr>
          <p:nvPr/>
        </p:nvCxnSpPr>
        <p:spPr>
          <a:xfrm>
            <a:off x="6711472" y="6004220"/>
            <a:ext cx="226577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BBAA81-39FB-9576-D6DE-509A8030A7A4}"/>
              </a:ext>
            </a:extLst>
          </p:cNvPr>
          <p:cNvCxnSpPr>
            <a:cxnSpLocks/>
          </p:cNvCxnSpPr>
          <p:nvPr/>
        </p:nvCxnSpPr>
        <p:spPr>
          <a:xfrm>
            <a:off x="4104505" y="5668502"/>
            <a:ext cx="956737" cy="0"/>
          </a:xfrm>
          <a:prstGeom prst="line">
            <a:avLst/>
          </a:prstGeom>
          <a:ln w="38100">
            <a:solidFill>
              <a:srgbClr val="00B05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42293-A916-1013-9F79-73E4F2BBBC48}"/>
              </a:ext>
            </a:extLst>
          </p:cNvPr>
          <p:cNvCxnSpPr>
            <a:cxnSpLocks/>
          </p:cNvCxnSpPr>
          <p:nvPr/>
        </p:nvCxnSpPr>
        <p:spPr>
          <a:xfrm>
            <a:off x="4072783" y="5054689"/>
            <a:ext cx="95673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799D1A4-9F8E-F116-28C5-5071F39DDA4F}"/>
              </a:ext>
            </a:extLst>
          </p:cNvPr>
          <p:cNvSpPr/>
          <p:nvPr/>
        </p:nvSpPr>
        <p:spPr>
          <a:xfrm rot="10800000">
            <a:off x="2480128" y="4151712"/>
            <a:ext cx="449964" cy="231675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B8F134-2AE9-F083-ADBE-5FA845C2A601}"/>
              </a:ext>
            </a:extLst>
          </p:cNvPr>
          <p:cNvCxnSpPr/>
          <p:nvPr/>
        </p:nvCxnSpPr>
        <p:spPr>
          <a:xfrm>
            <a:off x="4108637" y="3928361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A29442-236A-F969-FAF0-50530F5D4378}"/>
              </a:ext>
            </a:extLst>
          </p:cNvPr>
          <p:cNvCxnSpPr/>
          <p:nvPr/>
        </p:nvCxnSpPr>
        <p:spPr>
          <a:xfrm>
            <a:off x="4108636" y="4131561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1D0A7C-8E0B-53E4-3747-C53F650A07BE}"/>
              </a:ext>
            </a:extLst>
          </p:cNvPr>
          <p:cNvCxnSpPr/>
          <p:nvPr/>
        </p:nvCxnSpPr>
        <p:spPr>
          <a:xfrm>
            <a:off x="4108635" y="4361564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474A035-6FBA-1FFF-5E21-4BBFB8BF6EE6}"/>
              </a:ext>
            </a:extLst>
          </p:cNvPr>
          <p:cNvCxnSpPr/>
          <p:nvPr/>
        </p:nvCxnSpPr>
        <p:spPr>
          <a:xfrm>
            <a:off x="6711473" y="5218472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266DBD-0B9A-FA7B-BE29-8B41D91B40FF}"/>
              </a:ext>
            </a:extLst>
          </p:cNvPr>
          <p:cNvCxnSpPr/>
          <p:nvPr/>
        </p:nvCxnSpPr>
        <p:spPr>
          <a:xfrm>
            <a:off x="6711472" y="5448475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AD80666-68CE-BA3B-D034-0D63F9D4CBD9}"/>
              </a:ext>
            </a:extLst>
          </p:cNvPr>
          <p:cNvCxnSpPr/>
          <p:nvPr/>
        </p:nvCxnSpPr>
        <p:spPr>
          <a:xfrm>
            <a:off x="6701243" y="3113240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457E468-9C59-3156-218E-C6A5E84A1073}"/>
              </a:ext>
            </a:extLst>
          </p:cNvPr>
          <p:cNvCxnSpPr/>
          <p:nvPr/>
        </p:nvCxnSpPr>
        <p:spPr>
          <a:xfrm>
            <a:off x="6701242" y="3316440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3D32630-BD40-288F-D84A-5D1FBF80B28D}"/>
              </a:ext>
            </a:extLst>
          </p:cNvPr>
          <p:cNvCxnSpPr/>
          <p:nvPr/>
        </p:nvCxnSpPr>
        <p:spPr>
          <a:xfrm>
            <a:off x="6701241" y="3546443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25AB824-D2DD-B45C-47B8-15804F9486D2}"/>
              </a:ext>
            </a:extLst>
          </p:cNvPr>
          <p:cNvCxnSpPr>
            <a:cxnSpLocks/>
          </p:cNvCxnSpPr>
          <p:nvPr/>
        </p:nvCxnSpPr>
        <p:spPr>
          <a:xfrm>
            <a:off x="2266929" y="2119086"/>
            <a:ext cx="679349" cy="0"/>
          </a:xfrm>
          <a:prstGeom prst="line">
            <a:avLst/>
          </a:prstGeom>
          <a:ln w="762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B5676C3-6C4B-890B-35EB-DDC27F5CC561}"/>
              </a:ext>
            </a:extLst>
          </p:cNvPr>
          <p:cNvCxnSpPr/>
          <p:nvPr/>
        </p:nvCxnSpPr>
        <p:spPr>
          <a:xfrm>
            <a:off x="4099580" y="2037806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F2762E7-1979-1EE7-9AFC-46CA2867ECDF}"/>
              </a:ext>
            </a:extLst>
          </p:cNvPr>
          <p:cNvCxnSpPr/>
          <p:nvPr/>
        </p:nvCxnSpPr>
        <p:spPr>
          <a:xfrm>
            <a:off x="4099579" y="2256246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9815D1D-ED4C-0B71-8F3A-9704C60623F2}"/>
              </a:ext>
            </a:extLst>
          </p:cNvPr>
          <p:cNvCxnSpPr/>
          <p:nvPr/>
        </p:nvCxnSpPr>
        <p:spPr>
          <a:xfrm>
            <a:off x="4099578" y="247100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01EFE69-68B2-D548-CD20-9F3D29AA84E9}"/>
              </a:ext>
            </a:extLst>
          </p:cNvPr>
          <p:cNvCxnSpPr/>
          <p:nvPr/>
        </p:nvCxnSpPr>
        <p:spPr>
          <a:xfrm>
            <a:off x="4099577" y="267420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99A7E65-B98A-64A1-9281-DAE55762E23A}"/>
              </a:ext>
            </a:extLst>
          </p:cNvPr>
          <p:cNvSpPr/>
          <p:nvPr/>
        </p:nvSpPr>
        <p:spPr>
          <a:xfrm>
            <a:off x="2946280" y="1834450"/>
            <a:ext cx="1153295" cy="1062916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D7C112-A86E-830C-2F47-6C3E3B2D606F}"/>
              </a:ext>
            </a:extLst>
          </p:cNvPr>
          <p:cNvSpPr txBox="1"/>
          <p:nvPr/>
        </p:nvSpPr>
        <p:spPr>
          <a:xfrm>
            <a:off x="2848492" y="1507753"/>
            <a:ext cx="177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i="0" dirty="0">
                <a:effectLst/>
              </a:rPr>
              <a:t>วงจรอัพโหลด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F28C7C-1955-0FF3-4371-4158B5A37C80}"/>
              </a:ext>
            </a:extLst>
          </p:cNvPr>
          <p:cNvSpPr txBox="1"/>
          <p:nvPr/>
        </p:nvSpPr>
        <p:spPr>
          <a:xfrm>
            <a:off x="3286268" y="1888854"/>
            <a:ext cx="8133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DFD16B2-636E-DCEB-43DC-E94CB2094053}"/>
              </a:ext>
            </a:extLst>
          </p:cNvPr>
          <p:cNvCxnSpPr/>
          <p:nvPr/>
        </p:nvCxnSpPr>
        <p:spPr>
          <a:xfrm>
            <a:off x="6701246" y="2037806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A815879-4DFD-E719-F711-65C3DDF988AA}"/>
              </a:ext>
            </a:extLst>
          </p:cNvPr>
          <p:cNvCxnSpPr/>
          <p:nvPr/>
        </p:nvCxnSpPr>
        <p:spPr>
          <a:xfrm>
            <a:off x="6701245" y="2241006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B5A3B1F-AFFA-AEBD-52C3-82F06AE8EEC1}"/>
              </a:ext>
            </a:extLst>
          </p:cNvPr>
          <p:cNvCxnSpPr/>
          <p:nvPr/>
        </p:nvCxnSpPr>
        <p:spPr>
          <a:xfrm>
            <a:off x="6701244" y="247100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67D4E53-44E3-B9DE-7764-F3F9E25DD551}"/>
              </a:ext>
            </a:extLst>
          </p:cNvPr>
          <p:cNvCxnSpPr/>
          <p:nvPr/>
        </p:nvCxnSpPr>
        <p:spPr>
          <a:xfrm>
            <a:off x="6701243" y="267420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4D96495-F7D6-A440-F808-9E80B19B5665}"/>
              </a:ext>
            </a:extLst>
          </p:cNvPr>
          <p:cNvCxnSpPr/>
          <p:nvPr/>
        </p:nvCxnSpPr>
        <p:spPr>
          <a:xfrm>
            <a:off x="6701240" y="2897366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50142FB-DD0C-2308-C942-D6F83E2BBAEA}"/>
              </a:ext>
            </a:extLst>
          </p:cNvPr>
          <p:cNvSpPr/>
          <p:nvPr/>
        </p:nvSpPr>
        <p:spPr>
          <a:xfrm>
            <a:off x="7631189" y="1811589"/>
            <a:ext cx="1371600" cy="213556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71804CB-2832-5F27-FCD2-FFF5A70DB7BC}"/>
              </a:ext>
            </a:extLst>
          </p:cNvPr>
          <p:cNvSpPr txBox="1"/>
          <p:nvPr/>
        </p:nvSpPr>
        <p:spPr>
          <a:xfrm>
            <a:off x="7631188" y="1886235"/>
            <a:ext cx="9197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  <a:p>
            <a:r>
              <a:rPr lang="en-US" sz="1400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Gx</a:t>
            </a:r>
          </a:p>
          <a:p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Bx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PCLK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HSYNC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VSYNC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SDA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SCL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B52EE69-C1ED-3D69-227E-23AB66718A1C}"/>
              </a:ext>
            </a:extLst>
          </p:cNvPr>
          <p:cNvSpPr txBox="1"/>
          <p:nvPr/>
        </p:nvSpPr>
        <p:spPr>
          <a:xfrm>
            <a:off x="7514556" y="1491026"/>
            <a:ext cx="1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tx1"/>
                </a:solidFill>
              </a:rPr>
              <a:t>หน้าจ</a:t>
            </a:r>
            <a:r>
              <a:rPr lang="th-TH" dirty="0"/>
              <a:t>อ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51F013A-15CF-2D57-C8D1-4127A619A04D}"/>
              </a:ext>
            </a:extLst>
          </p:cNvPr>
          <p:cNvSpPr/>
          <p:nvPr/>
        </p:nvSpPr>
        <p:spPr>
          <a:xfrm>
            <a:off x="5029520" y="1811590"/>
            <a:ext cx="1671725" cy="44191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FB76A78-236A-0DE5-4C7C-5FFFD5F069D5}"/>
              </a:ext>
            </a:extLst>
          </p:cNvPr>
          <p:cNvSpPr txBox="1"/>
          <p:nvPr/>
        </p:nvSpPr>
        <p:spPr>
          <a:xfrm>
            <a:off x="4926872" y="1488327"/>
            <a:ext cx="177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ESP32-P4</a:t>
            </a:r>
            <a:endParaRPr lang="en-US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B3C25F6-F2BF-FEE4-BACF-CCB1A9E53B16}"/>
              </a:ext>
            </a:extLst>
          </p:cNvPr>
          <p:cNvSpPr txBox="1"/>
          <p:nvPr/>
        </p:nvSpPr>
        <p:spPr>
          <a:xfrm>
            <a:off x="5497597" y="1886234"/>
            <a:ext cx="11663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</a:t>
            </a:r>
            <a:r>
              <a:rPr lang="th-TH" sz="1400" dirty="0">
                <a:latin typeface="Arial" panose="020B0604020202020204" pitchFamily="34" charset="0"/>
                <a:cs typeface="Arial" panose="020B0604020202020204" pitchFamily="34" charset="0"/>
              </a:rPr>
              <a:t>49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th-TH" sz="1400" dirty="0">
                <a:latin typeface="Arial" panose="020B0604020202020204" pitchFamily="34" charset="0"/>
                <a:cs typeface="Arial" panose="020B0604020202020204" pitchFamily="34" charset="0"/>
              </a:rPr>
              <a:t>53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</a:t>
            </a:r>
            <a:r>
              <a:rPr lang="th-TH" sz="1400" dirty="0">
                <a:latin typeface="Arial" panose="020B0604020202020204" pitchFamily="34" charset="0"/>
                <a:cs typeface="Arial" panose="020B0604020202020204" pitchFamily="34" charset="0"/>
              </a:rPr>
              <a:t>6-31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</a:t>
            </a:r>
            <a:r>
              <a:rPr lang="th-TH" sz="1400" dirty="0">
                <a:latin typeface="Arial" panose="020B0604020202020204" pitchFamily="34" charset="0"/>
                <a:cs typeface="Arial" panose="020B0604020202020204" pitchFamily="34" charset="0"/>
              </a:rPr>
              <a:t>44-48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IO43</a:t>
            </a:r>
            <a:endParaRPr lang="th-T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IO41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IO40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IO39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IO24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80E5587-207D-1AB2-AFF6-4A5360B26AA9}"/>
              </a:ext>
            </a:extLst>
          </p:cNvPr>
          <p:cNvSpPr txBox="1"/>
          <p:nvPr/>
        </p:nvSpPr>
        <p:spPr>
          <a:xfrm>
            <a:off x="5017071" y="1891314"/>
            <a:ext cx="11663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RX0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TX0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413E22F-2846-FAAD-533E-8EA2A2F9F7EF}"/>
              </a:ext>
            </a:extLst>
          </p:cNvPr>
          <p:cNvSpPr txBox="1"/>
          <p:nvPr/>
        </p:nvSpPr>
        <p:spPr>
          <a:xfrm>
            <a:off x="2946277" y="1886234"/>
            <a:ext cx="813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D+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83CBD53-8527-E11A-DC0E-195CB3DBEF34}"/>
              </a:ext>
            </a:extLst>
          </p:cNvPr>
          <p:cNvGrpSpPr/>
          <p:nvPr/>
        </p:nvGrpSpPr>
        <p:grpSpPr>
          <a:xfrm>
            <a:off x="1950901" y="1525394"/>
            <a:ext cx="820518" cy="895112"/>
            <a:chOff x="1658023" y="1519588"/>
            <a:chExt cx="820518" cy="895112"/>
          </a:xfrm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9E0585B9-9ADE-C2BD-9711-3CB4A7C77DA9}"/>
                </a:ext>
              </a:extLst>
            </p:cNvPr>
            <p:cNvSpPr/>
            <p:nvPr/>
          </p:nvSpPr>
          <p:spPr>
            <a:xfrm>
              <a:off x="1773641" y="1820340"/>
              <a:ext cx="304800" cy="5943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7EEE3536-BC21-89F3-AD06-7A2058B60B68}"/>
                </a:ext>
              </a:extLst>
            </p:cNvPr>
            <p:cNvSpPr/>
            <p:nvPr/>
          </p:nvSpPr>
          <p:spPr>
            <a:xfrm>
              <a:off x="1903181" y="1972740"/>
              <a:ext cx="45719" cy="2904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D463A98-515C-9B9D-EE6E-65F6C59ABCE7}"/>
                </a:ext>
              </a:extLst>
            </p:cNvPr>
            <p:cNvSpPr txBox="1"/>
            <p:nvPr/>
          </p:nvSpPr>
          <p:spPr>
            <a:xfrm>
              <a:off x="1658023" y="1519588"/>
              <a:ext cx="8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0" dirty="0">
                  <a:effectLst/>
                </a:rPr>
                <a:t>USB-C</a:t>
              </a:r>
              <a:endParaRPr lang="en-US" i="0" dirty="0"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C9D1DFE0-6E30-2BBB-FEA2-0C1550B4BE76}"/>
              </a:ext>
            </a:extLst>
          </p:cNvPr>
          <p:cNvSpPr txBox="1"/>
          <p:nvPr/>
        </p:nvSpPr>
        <p:spPr>
          <a:xfrm>
            <a:off x="5011663" y="2942639"/>
            <a:ext cx="1014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USB_DP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USB_DM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849E503-F68B-B560-43CA-051324C20C86}"/>
              </a:ext>
            </a:extLst>
          </p:cNvPr>
          <p:cNvCxnSpPr/>
          <p:nvPr/>
        </p:nvCxnSpPr>
        <p:spPr>
          <a:xfrm>
            <a:off x="7633796" y="3424725"/>
            <a:ext cx="137160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542F96C-8649-EC8A-CFF2-D9810E92DA33}"/>
              </a:ext>
            </a:extLst>
          </p:cNvPr>
          <p:cNvGrpSpPr/>
          <p:nvPr/>
        </p:nvGrpSpPr>
        <p:grpSpPr>
          <a:xfrm>
            <a:off x="1922434" y="2611035"/>
            <a:ext cx="820518" cy="895112"/>
            <a:chOff x="1658023" y="1519588"/>
            <a:chExt cx="820518" cy="895112"/>
          </a:xfrm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513B9EF0-0AF2-A712-BF7E-55007803EF3B}"/>
                </a:ext>
              </a:extLst>
            </p:cNvPr>
            <p:cNvSpPr/>
            <p:nvPr/>
          </p:nvSpPr>
          <p:spPr>
            <a:xfrm>
              <a:off x="1773641" y="1820340"/>
              <a:ext cx="304800" cy="5943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9FF7972E-6295-92EA-6A1F-2975C8615672}"/>
                </a:ext>
              </a:extLst>
            </p:cNvPr>
            <p:cNvSpPr/>
            <p:nvPr/>
          </p:nvSpPr>
          <p:spPr>
            <a:xfrm>
              <a:off x="1903181" y="1972740"/>
              <a:ext cx="45719" cy="2904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F9A531E-D8D6-07DD-B80B-DA06F579ABAC}"/>
                </a:ext>
              </a:extLst>
            </p:cNvPr>
            <p:cNvSpPr txBox="1"/>
            <p:nvPr/>
          </p:nvSpPr>
          <p:spPr>
            <a:xfrm>
              <a:off x="1658023" y="1519588"/>
              <a:ext cx="8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0" dirty="0">
                  <a:effectLst/>
                </a:rPr>
                <a:t>USB-C</a:t>
              </a:r>
              <a:endParaRPr lang="en-US" i="0" dirty="0">
                <a:solidFill>
                  <a:schemeClr val="tx1"/>
                </a:solidFill>
                <a:effectLst/>
              </a:endParaRPr>
            </a:p>
          </p:txBody>
        </p:sp>
      </p:grp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13F2E30-3D62-8F6E-930E-F1F9BB720CAC}"/>
              </a:ext>
            </a:extLst>
          </p:cNvPr>
          <p:cNvCxnSpPr>
            <a:cxnSpLocks/>
          </p:cNvCxnSpPr>
          <p:nvPr/>
        </p:nvCxnSpPr>
        <p:spPr>
          <a:xfrm>
            <a:off x="2431744" y="3202332"/>
            <a:ext cx="2585327" cy="0"/>
          </a:xfrm>
          <a:prstGeom prst="line">
            <a:avLst/>
          </a:prstGeom>
          <a:ln w="762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C10D61B2-ADDF-8F55-A1DE-597150AF4E86}"/>
              </a:ext>
            </a:extLst>
          </p:cNvPr>
          <p:cNvSpPr txBox="1"/>
          <p:nvPr/>
        </p:nvSpPr>
        <p:spPr>
          <a:xfrm>
            <a:off x="1903062" y="2367603"/>
            <a:ext cx="85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Upload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2742021-962C-B86B-304E-613976543509}"/>
              </a:ext>
            </a:extLst>
          </p:cNvPr>
          <p:cNvSpPr txBox="1"/>
          <p:nvPr/>
        </p:nvSpPr>
        <p:spPr>
          <a:xfrm>
            <a:off x="1976727" y="3475628"/>
            <a:ext cx="85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OTG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9515FD5-409D-7791-07D8-08F618D76973}"/>
              </a:ext>
            </a:extLst>
          </p:cNvPr>
          <p:cNvSpPr/>
          <p:nvPr/>
        </p:nvSpPr>
        <p:spPr>
          <a:xfrm>
            <a:off x="2941401" y="3718004"/>
            <a:ext cx="1153295" cy="848922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7595157-4602-2D44-3081-ADB40311717A}"/>
              </a:ext>
            </a:extLst>
          </p:cNvPr>
          <p:cNvSpPr txBox="1"/>
          <p:nvPr/>
        </p:nvSpPr>
        <p:spPr>
          <a:xfrm>
            <a:off x="2845931" y="3389170"/>
            <a:ext cx="115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chemeClr val="tx1"/>
                </a:solidFill>
                <a:effectLst/>
              </a:rPr>
              <a:t>DAC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A419ACD-15AB-EF1F-37C1-0FEE563F55F4}"/>
              </a:ext>
            </a:extLst>
          </p:cNvPr>
          <p:cNvSpPr txBox="1"/>
          <p:nvPr/>
        </p:nvSpPr>
        <p:spPr>
          <a:xfrm>
            <a:off x="3259473" y="3781897"/>
            <a:ext cx="813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DIN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BCLK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63CC137-8989-A024-08EC-0F40F33575E2}"/>
              </a:ext>
            </a:extLst>
          </p:cNvPr>
          <p:cNvSpPr txBox="1"/>
          <p:nvPr/>
        </p:nvSpPr>
        <p:spPr>
          <a:xfrm>
            <a:off x="5019827" y="3799276"/>
            <a:ext cx="8789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IO21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IO22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IO23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2A86351-29D5-A8B0-BBF4-34DA8C7E750A}"/>
              </a:ext>
            </a:extLst>
          </p:cNvPr>
          <p:cNvGrpSpPr/>
          <p:nvPr/>
        </p:nvGrpSpPr>
        <p:grpSpPr>
          <a:xfrm>
            <a:off x="8887531" y="5286220"/>
            <a:ext cx="1671725" cy="1250830"/>
            <a:chOff x="9383468" y="4377811"/>
            <a:chExt cx="1671725" cy="1250830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93C18208-8C92-0638-860B-BA822D59EC57}"/>
                </a:ext>
              </a:extLst>
            </p:cNvPr>
            <p:cNvGrpSpPr/>
            <p:nvPr/>
          </p:nvGrpSpPr>
          <p:grpSpPr>
            <a:xfrm>
              <a:off x="9473184" y="4707377"/>
              <a:ext cx="1106851" cy="921264"/>
              <a:chOff x="8768080" y="5087681"/>
              <a:chExt cx="1106851" cy="921264"/>
            </a:xfrm>
          </p:grpSpPr>
          <p:sp>
            <p:nvSpPr>
              <p:cNvPr id="153" name="Rectangle: Rounded Corners 152">
                <a:extLst>
                  <a:ext uri="{FF2B5EF4-FFF2-40B4-BE49-F238E27FC236}">
                    <a16:creationId xmlns:a16="http://schemas.microsoft.com/office/drawing/2014/main" id="{2E42EA36-4054-D244-EA75-F4B352278F8B}"/>
                  </a:ext>
                </a:extLst>
              </p:cNvPr>
              <p:cNvSpPr/>
              <p:nvPr/>
            </p:nvSpPr>
            <p:spPr>
              <a:xfrm>
                <a:off x="8768080" y="5087681"/>
                <a:ext cx="416920" cy="92126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20930C2B-2BAD-6183-FC07-62DF7AD20031}"/>
                  </a:ext>
                </a:extLst>
              </p:cNvPr>
              <p:cNvSpPr txBox="1"/>
              <p:nvPr/>
            </p:nvSpPr>
            <p:spPr>
              <a:xfrm>
                <a:off x="9169760" y="5139836"/>
                <a:ext cx="70517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SCL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SDA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3V3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GND</a:t>
                </a:r>
              </a:p>
            </p:txBody>
          </p:sp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922100B6-3E7F-C8E5-7B2F-23C71B3E9A1B}"/>
                  </a:ext>
                </a:extLst>
              </p:cNvPr>
              <p:cNvSpPr/>
              <p:nvPr/>
            </p:nvSpPr>
            <p:spPr>
              <a:xfrm>
                <a:off x="8923200" y="5235425"/>
                <a:ext cx="96520" cy="9652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8D5110BF-DB1E-1247-47B1-41703AD4DF18}"/>
                  </a:ext>
                </a:extLst>
              </p:cNvPr>
              <p:cNvSpPr/>
              <p:nvPr/>
            </p:nvSpPr>
            <p:spPr>
              <a:xfrm>
                <a:off x="8923200" y="5412615"/>
                <a:ext cx="96520" cy="9652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76D308DA-094D-FE89-AE38-4B2251512341}"/>
                  </a:ext>
                </a:extLst>
              </p:cNvPr>
              <p:cNvSpPr/>
              <p:nvPr/>
            </p:nvSpPr>
            <p:spPr>
              <a:xfrm>
                <a:off x="8923200" y="5584218"/>
                <a:ext cx="96520" cy="9652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09F8A7B6-EB2C-9D88-76C3-50AAEF79FF4C}"/>
                  </a:ext>
                </a:extLst>
              </p:cNvPr>
              <p:cNvSpPr/>
              <p:nvPr/>
            </p:nvSpPr>
            <p:spPr>
              <a:xfrm>
                <a:off x="8923200" y="5761408"/>
                <a:ext cx="96520" cy="9652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077E4A96-23CD-5709-7143-ACC65C8DDD2D}"/>
                </a:ext>
              </a:extLst>
            </p:cNvPr>
            <p:cNvSpPr txBox="1"/>
            <p:nvPr/>
          </p:nvSpPr>
          <p:spPr>
            <a:xfrm>
              <a:off x="9383468" y="4377811"/>
              <a:ext cx="1671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Grove</a:t>
              </a:r>
              <a:endParaRPr lang="en-US" i="0" dirty="0"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471AA270-F27B-C11C-47AB-6F0655F335C9}"/>
              </a:ext>
            </a:extLst>
          </p:cNvPr>
          <p:cNvSpPr txBox="1"/>
          <p:nvPr/>
        </p:nvSpPr>
        <p:spPr>
          <a:xfrm>
            <a:off x="5497597" y="5644498"/>
            <a:ext cx="1166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IO8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IO7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BCF30B9-80D5-B1E8-036D-70050C093520}"/>
              </a:ext>
            </a:extLst>
          </p:cNvPr>
          <p:cNvGrpSpPr/>
          <p:nvPr/>
        </p:nvGrpSpPr>
        <p:grpSpPr>
          <a:xfrm rot="10800000">
            <a:off x="2229993" y="4079636"/>
            <a:ext cx="226896" cy="369332"/>
            <a:chOff x="9628304" y="3419854"/>
            <a:chExt cx="226896" cy="369332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A3777C6-3F60-45EA-C6B3-1D11EDFAE45C}"/>
                </a:ext>
              </a:extLst>
            </p:cNvPr>
            <p:cNvSpPr/>
            <p:nvPr/>
          </p:nvSpPr>
          <p:spPr>
            <a:xfrm>
              <a:off x="9628304" y="3468556"/>
              <a:ext cx="103483" cy="27529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Trapezoid 161">
              <a:extLst>
                <a:ext uri="{FF2B5EF4-FFF2-40B4-BE49-F238E27FC236}">
                  <a16:creationId xmlns:a16="http://schemas.microsoft.com/office/drawing/2014/main" id="{45D6EF74-5E70-146C-E42F-D5ECB86A81D6}"/>
                </a:ext>
              </a:extLst>
            </p:cNvPr>
            <p:cNvSpPr/>
            <p:nvPr/>
          </p:nvSpPr>
          <p:spPr>
            <a:xfrm rot="16200000">
              <a:off x="9608829" y="3542815"/>
              <a:ext cx="369332" cy="123410"/>
            </a:xfrm>
            <a:prstGeom prst="trapezoid">
              <a:avLst>
                <a:gd name="adj" fmla="val 61019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379368BA-42E9-2965-C895-BA4061CED580}"/>
              </a:ext>
            </a:extLst>
          </p:cNvPr>
          <p:cNvSpPr txBox="1"/>
          <p:nvPr/>
        </p:nvSpPr>
        <p:spPr>
          <a:xfrm>
            <a:off x="2030160" y="3766508"/>
            <a:ext cx="82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i="0" dirty="0">
                <a:effectLst/>
              </a:rPr>
              <a:t>ลำโพง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5F8464B-1770-324B-CBF8-E3E3B98E113B}"/>
              </a:ext>
            </a:extLst>
          </p:cNvPr>
          <p:cNvSpPr/>
          <p:nvPr/>
        </p:nvSpPr>
        <p:spPr>
          <a:xfrm>
            <a:off x="7635672" y="4365264"/>
            <a:ext cx="1153295" cy="129370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7767707-89D9-FD59-436E-830C2D9290A5}"/>
              </a:ext>
            </a:extLst>
          </p:cNvPr>
          <p:cNvSpPr txBox="1"/>
          <p:nvPr/>
        </p:nvSpPr>
        <p:spPr>
          <a:xfrm>
            <a:off x="7641416" y="4427751"/>
            <a:ext cx="8133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MOSI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MISO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SCK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CD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49DCFAB-D0AD-1152-2CF4-F1F304D8FC72}"/>
              </a:ext>
            </a:extLst>
          </p:cNvPr>
          <p:cNvSpPr txBox="1"/>
          <p:nvPr/>
        </p:nvSpPr>
        <p:spPr>
          <a:xfrm>
            <a:off x="5497597" y="4429425"/>
            <a:ext cx="11663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IO32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IO33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IO36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IO34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IO13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F733CC6-3055-45A7-4D4F-02DDA41B486A}"/>
              </a:ext>
            </a:extLst>
          </p:cNvPr>
          <p:cNvSpPr txBox="1"/>
          <p:nvPr/>
        </p:nvSpPr>
        <p:spPr>
          <a:xfrm>
            <a:off x="7524852" y="4055135"/>
            <a:ext cx="213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effectLst/>
              </a:rPr>
              <a:t>MicroSD Card socket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C33C6E4-FF47-E9A1-3BC8-8F65E905E87E}"/>
              </a:ext>
            </a:extLst>
          </p:cNvPr>
          <p:cNvGrpSpPr/>
          <p:nvPr/>
        </p:nvGrpSpPr>
        <p:grpSpPr>
          <a:xfrm rot="10800000">
            <a:off x="3893076" y="4951368"/>
            <a:ext cx="178515" cy="204470"/>
            <a:chOff x="3490271" y="5013172"/>
            <a:chExt cx="178515" cy="204470"/>
          </a:xfrm>
        </p:grpSpPr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E1AC370F-FACF-3DA6-EEA5-2835E29B1698}"/>
                </a:ext>
              </a:extLst>
            </p:cNvPr>
            <p:cNvSpPr/>
            <p:nvPr/>
          </p:nvSpPr>
          <p:spPr>
            <a:xfrm rot="16200000">
              <a:off x="3483455" y="5032311"/>
              <a:ext cx="199059" cy="171603"/>
            </a:xfrm>
            <a:prstGeom prst="triangl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8722FB7-13AD-2797-569C-229D0E4602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0271" y="5013172"/>
              <a:ext cx="1905" cy="2044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F90BA6F6-6FFC-8AB3-50B0-2BC130D4AF70}"/>
              </a:ext>
            </a:extLst>
          </p:cNvPr>
          <p:cNvSpPr/>
          <p:nvPr/>
        </p:nvSpPr>
        <p:spPr>
          <a:xfrm>
            <a:off x="3218784" y="4851147"/>
            <a:ext cx="664064" cy="203200"/>
          </a:xfrm>
          <a:custGeom>
            <a:avLst/>
            <a:gdLst>
              <a:gd name="connsiteX0" fmla="*/ 198120 w 198120"/>
              <a:gd name="connsiteY0" fmla="*/ 203200 h 203200"/>
              <a:gd name="connsiteX1" fmla="*/ 0 w 198120"/>
              <a:gd name="connsiteY1" fmla="*/ 203200 h 203200"/>
              <a:gd name="connsiteX2" fmla="*/ 0 w 19812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03200">
                <a:moveTo>
                  <a:pt x="198120" y="2032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0E23134-87F3-347B-E0A1-577FF8132889}"/>
              </a:ext>
            </a:extLst>
          </p:cNvPr>
          <p:cNvCxnSpPr/>
          <p:nvPr/>
        </p:nvCxnSpPr>
        <p:spPr>
          <a:xfrm>
            <a:off x="3076873" y="4851147"/>
            <a:ext cx="2921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246FCE5B-F22D-EDC3-8E6C-800D0E1D0368}"/>
              </a:ext>
            </a:extLst>
          </p:cNvPr>
          <p:cNvSpPr txBox="1"/>
          <p:nvPr/>
        </p:nvSpPr>
        <p:spPr>
          <a:xfrm>
            <a:off x="2918909" y="4568676"/>
            <a:ext cx="61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3V3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FC9901E-0278-AF75-DEE6-E094247EB323}"/>
              </a:ext>
            </a:extLst>
          </p:cNvPr>
          <p:cNvSpPr txBox="1"/>
          <p:nvPr/>
        </p:nvSpPr>
        <p:spPr>
          <a:xfrm>
            <a:off x="5025390" y="4892867"/>
            <a:ext cx="878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IO12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24DDD1C-2046-452F-420B-CF50754FE986}"/>
              </a:ext>
            </a:extLst>
          </p:cNvPr>
          <p:cNvSpPr txBox="1"/>
          <p:nvPr/>
        </p:nvSpPr>
        <p:spPr>
          <a:xfrm>
            <a:off x="3772588" y="4620116"/>
            <a:ext cx="115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chemeClr val="tx1"/>
                </a:solidFill>
                <a:effectLst/>
              </a:rPr>
              <a:t>LED Y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3E8E07A-2CE2-BA70-7BA0-DAF194AA0931}"/>
              </a:ext>
            </a:extLst>
          </p:cNvPr>
          <p:cNvGrpSpPr/>
          <p:nvPr/>
        </p:nvGrpSpPr>
        <p:grpSpPr>
          <a:xfrm>
            <a:off x="3828078" y="5476043"/>
            <a:ext cx="327676" cy="70314"/>
            <a:chOff x="4043106" y="5335385"/>
            <a:chExt cx="263259" cy="45719"/>
          </a:xfrm>
          <a:solidFill>
            <a:schemeClr val="tx1"/>
          </a:solidFill>
        </p:grpSpPr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BEFFA84-6C3E-B139-B81B-29C68643448C}"/>
                </a:ext>
              </a:extLst>
            </p:cNvPr>
            <p:cNvCxnSpPr>
              <a:cxnSpLocks/>
            </p:cNvCxnSpPr>
            <p:nvPr/>
          </p:nvCxnSpPr>
          <p:spPr>
            <a:xfrm>
              <a:off x="4043106" y="5381104"/>
              <a:ext cx="263259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A7B97197-FA0C-048F-B25B-906C018714CA}"/>
                </a:ext>
              </a:extLst>
            </p:cNvPr>
            <p:cNvSpPr/>
            <p:nvPr/>
          </p:nvSpPr>
          <p:spPr>
            <a:xfrm>
              <a:off x="4115195" y="5335385"/>
              <a:ext cx="12222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C097D303-1BE4-6225-57B4-39BD85C7B983}"/>
              </a:ext>
            </a:extLst>
          </p:cNvPr>
          <p:cNvSpPr/>
          <p:nvPr/>
        </p:nvSpPr>
        <p:spPr>
          <a:xfrm flipV="1">
            <a:off x="3218042" y="5668502"/>
            <a:ext cx="664064" cy="203200"/>
          </a:xfrm>
          <a:custGeom>
            <a:avLst/>
            <a:gdLst>
              <a:gd name="connsiteX0" fmla="*/ 198120 w 198120"/>
              <a:gd name="connsiteY0" fmla="*/ 203200 h 203200"/>
              <a:gd name="connsiteX1" fmla="*/ 0 w 198120"/>
              <a:gd name="connsiteY1" fmla="*/ 203200 h 203200"/>
              <a:gd name="connsiteX2" fmla="*/ 0 w 19812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03200">
                <a:moveTo>
                  <a:pt x="198120" y="2032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0B05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CFCEB56-DF8F-131A-BD85-3793863B2AC1}"/>
              </a:ext>
            </a:extLst>
          </p:cNvPr>
          <p:cNvSpPr txBox="1"/>
          <p:nvPr/>
        </p:nvSpPr>
        <p:spPr>
          <a:xfrm>
            <a:off x="3735677" y="5177026"/>
            <a:ext cx="115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chemeClr val="tx1"/>
                </a:solidFill>
                <a:effectLst/>
              </a:rPr>
              <a:t>BTN A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FBDAC15-AB7A-F89A-D4B5-99CD83FB62CB}"/>
              </a:ext>
            </a:extLst>
          </p:cNvPr>
          <p:cNvSpPr txBox="1"/>
          <p:nvPr/>
        </p:nvSpPr>
        <p:spPr>
          <a:xfrm>
            <a:off x="2921918" y="5821246"/>
            <a:ext cx="61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GND</a:t>
            </a: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3C2BDAC9-7365-86E5-5785-75BA50186B44}"/>
              </a:ext>
            </a:extLst>
          </p:cNvPr>
          <p:cNvCxnSpPr/>
          <p:nvPr/>
        </p:nvCxnSpPr>
        <p:spPr>
          <a:xfrm>
            <a:off x="3076873" y="5867652"/>
            <a:ext cx="2921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63555BB5-2FC9-C783-A9B1-4928313532B8}"/>
              </a:ext>
            </a:extLst>
          </p:cNvPr>
          <p:cNvSpPr txBox="1"/>
          <p:nvPr/>
        </p:nvSpPr>
        <p:spPr>
          <a:xfrm>
            <a:off x="5028405" y="5501157"/>
            <a:ext cx="878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IO11</a:t>
            </a:r>
          </a:p>
        </p:txBody>
      </p:sp>
    </p:spTree>
    <p:extLst>
      <p:ext uri="{BB962C8B-B14F-4D97-AF65-F5344CB8AC3E}">
        <p14:creationId xmlns:p14="http://schemas.microsoft.com/office/powerpoint/2010/main" val="141790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9A22-677A-1AC6-CA25-49D4CB00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ส่วนจัดการพลังงาน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ED77C3-6EC8-081F-6FD0-99622B8C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7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79838D-7CD9-51F0-00C8-71A7D74E58F3}"/>
              </a:ext>
            </a:extLst>
          </p:cNvPr>
          <p:cNvGrpSpPr/>
          <p:nvPr/>
        </p:nvGrpSpPr>
        <p:grpSpPr>
          <a:xfrm>
            <a:off x="1718885" y="3484201"/>
            <a:ext cx="820518" cy="895112"/>
            <a:chOff x="1658023" y="1519588"/>
            <a:chExt cx="820518" cy="89511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8B52A23-E402-5108-C499-8C2D441AD118}"/>
                </a:ext>
              </a:extLst>
            </p:cNvPr>
            <p:cNvSpPr/>
            <p:nvPr/>
          </p:nvSpPr>
          <p:spPr>
            <a:xfrm>
              <a:off x="1773641" y="1820340"/>
              <a:ext cx="304800" cy="5943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BA8F06D-59D9-8CD1-B33E-07D9301A7C84}"/>
                </a:ext>
              </a:extLst>
            </p:cNvPr>
            <p:cNvSpPr/>
            <p:nvPr/>
          </p:nvSpPr>
          <p:spPr>
            <a:xfrm>
              <a:off x="1903181" y="1972740"/>
              <a:ext cx="45719" cy="2904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861F73-C915-6A91-3753-A7A047CB91DD}"/>
                </a:ext>
              </a:extLst>
            </p:cNvPr>
            <p:cNvSpPr txBox="1"/>
            <p:nvPr/>
          </p:nvSpPr>
          <p:spPr>
            <a:xfrm>
              <a:off x="1658023" y="1519588"/>
              <a:ext cx="8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0" dirty="0">
                  <a:effectLst/>
                </a:rPr>
                <a:t>USB-C</a:t>
              </a:r>
              <a:endParaRPr lang="en-US" i="0" dirty="0"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7B56E4-D4F8-6E16-5D68-1AE7631055A8}"/>
              </a:ext>
            </a:extLst>
          </p:cNvPr>
          <p:cNvSpPr txBox="1"/>
          <p:nvPr/>
        </p:nvSpPr>
        <p:spPr>
          <a:xfrm>
            <a:off x="1671046" y="4326410"/>
            <a:ext cx="85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Upload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637B3C-2EE2-A24F-714F-8ED1A8955360}"/>
              </a:ext>
            </a:extLst>
          </p:cNvPr>
          <p:cNvSpPr/>
          <p:nvPr/>
        </p:nvSpPr>
        <p:spPr>
          <a:xfrm>
            <a:off x="1834503" y="2435290"/>
            <a:ext cx="405581" cy="40558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7B6148-3C4C-7346-1A12-85EEE867DD88}"/>
              </a:ext>
            </a:extLst>
          </p:cNvPr>
          <p:cNvSpPr/>
          <p:nvPr/>
        </p:nvSpPr>
        <p:spPr>
          <a:xfrm>
            <a:off x="1997184" y="2587690"/>
            <a:ext cx="90961" cy="96263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8D3B6-4BDB-B2BB-85C6-DE3DF82934FB}"/>
              </a:ext>
            </a:extLst>
          </p:cNvPr>
          <p:cNvSpPr txBox="1"/>
          <p:nvPr/>
        </p:nvSpPr>
        <p:spPr>
          <a:xfrm>
            <a:off x="1718884" y="2138444"/>
            <a:ext cx="99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effectLst/>
              </a:rPr>
              <a:t>Power In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431DE9-880E-B7A7-1484-6C1F43ABEAA9}"/>
              </a:ext>
            </a:extLst>
          </p:cNvPr>
          <p:cNvSpPr/>
          <p:nvPr/>
        </p:nvSpPr>
        <p:spPr>
          <a:xfrm>
            <a:off x="3168643" y="2148552"/>
            <a:ext cx="1678883" cy="97453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5V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Step-down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100DD8-F8F5-1E36-D9FA-5F44E7249B86}"/>
              </a:ext>
            </a:extLst>
          </p:cNvPr>
          <p:cNvCxnSpPr>
            <a:cxnSpLocks/>
            <a:stCxn id="9" idx="6"/>
            <a:endCxn id="12" idx="1"/>
          </p:cNvCxnSpPr>
          <p:nvPr/>
        </p:nvCxnSpPr>
        <p:spPr>
          <a:xfrm flipV="1">
            <a:off x="2240084" y="2635821"/>
            <a:ext cx="928559" cy="22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B6F5CD-9655-46B6-38E0-D2AE76A720AC}"/>
              </a:ext>
            </a:extLst>
          </p:cNvPr>
          <p:cNvGrpSpPr/>
          <p:nvPr/>
        </p:nvGrpSpPr>
        <p:grpSpPr>
          <a:xfrm>
            <a:off x="2874764" y="3952382"/>
            <a:ext cx="197476" cy="259502"/>
            <a:chOff x="4770764" y="3603838"/>
            <a:chExt cx="411918" cy="463738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83EA093-F683-E3B2-C4B1-2DE748B125E9}"/>
                </a:ext>
              </a:extLst>
            </p:cNvPr>
            <p:cNvSpPr/>
            <p:nvPr/>
          </p:nvSpPr>
          <p:spPr>
            <a:xfrm rot="5400000">
              <a:off x="4739640" y="3638773"/>
              <a:ext cx="451306" cy="389057"/>
            </a:xfrm>
            <a:prstGeom prst="triangl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0DA10B6-E684-D8EB-7A29-FC3A125F0C26}"/>
                </a:ext>
              </a:extLst>
            </p:cNvPr>
            <p:cNvCxnSpPr>
              <a:cxnSpLocks/>
            </p:cNvCxnSpPr>
            <p:nvPr/>
          </p:nvCxnSpPr>
          <p:spPr>
            <a:xfrm>
              <a:off x="5182682" y="3603838"/>
              <a:ext cx="0" cy="4637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B54698-3520-629F-1271-9DB8C2BBAE1A}"/>
              </a:ext>
            </a:extLst>
          </p:cNvPr>
          <p:cNvCxnSpPr>
            <a:cxnSpLocks/>
            <a:stCxn id="5" idx="3"/>
            <a:endCxn id="15" idx="3"/>
          </p:cNvCxnSpPr>
          <p:nvPr/>
        </p:nvCxnSpPr>
        <p:spPr>
          <a:xfrm flipV="1">
            <a:off x="2139303" y="4080788"/>
            <a:ext cx="735462" cy="13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863314D-B0D9-1483-2C38-1812F875C391}"/>
              </a:ext>
            </a:extLst>
          </p:cNvPr>
          <p:cNvSpPr/>
          <p:nvPr/>
        </p:nvSpPr>
        <p:spPr>
          <a:xfrm>
            <a:off x="5792781" y="3591899"/>
            <a:ext cx="1678883" cy="97453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3.3V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Step-down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AD91F3-A899-8AAB-EECB-C22B2E7D0510}"/>
              </a:ext>
            </a:extLst>
          </p:cNvPr>
          <p:cNvCxnSpPr>
            <a:cxnSpLocks/>
            <a:stCxn id="12" idx="2"/>
            <a:endCxn id="30" idx="0"/>
          </p:cNvCxnSpPr>
          <p:nvPr/>
        </p:nvCxnSpPr>
        <p:spPr>
          <a:xfrm flipH="1">
            <a:off x="4005178" y="3123089"/>
            <a:ext cx="2907" cy="78102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1538DD0-169A-2355-2976-8BC01F4AD071}"/>
              </a:ext>
            </a:extLst>
          </p:cNvPr>
          <p:cNvCxnSpPr>
            <a:cxnSpLocks/>
            <a:stCxn id="27" idx="3"/>
            <a:endCxn id="30" idx="4"/>
          </p:cNvCxnSpPr>
          <p:nvPr/>
        </p:nvCxnSpPr>
        <p:spPr>
          <a:xfrm flipV="1">
            <a:off x="2110836" y="4257459"/>
            <a:ext cx="1894342" cy="1257787"/>
          </a:xfrm>
          <a:prstGeom prst="bentConnector2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649EC2D-3068-DD38-DCE7-8789BAD7B95F}"/>
              </a:ext>
            </a:extLst>
          </p:cNvPr>
          <p:cNvSpPr txBox="1"/>
          <p:nvPr/>
        </p:nvSpPr>
        <p:spPr>
          <a:xfrm>
            <a:off x="3854597" y="3116581"/>
            <a:ext cx="654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DA9B8F-4241-5263-6853-73CE78EE2EA9}"/>
              </a:ext>
            </a:extLst>
          </p:cNvPr>
          <p:cNvSpPr txBox="1"/>
          <p:nvPr/>
        </p:nvSpPr>
        <p:spPr>
          <a:xfrm>
            <a:off x="2042664" y="3838274"/>
            <a:ext cx="654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5V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82A93D-0AD4-5812-5BCC-F18D7CBFFFBE}"/>
              </a:ext>
            </a:extLst>
          </p:cNvPr>
          <p:cNvGrpSpPr/>
          <p:nvPr/>
        </p:nvGrpSpPr>
        <p:grpSpPr>
          <a:xfrm>
            <a:off x="1690418" y="4917314"/>
            <a:ext cx="1103390" cy="1172370"/>
            <a:chOff x="1671752" y="4271262"/>
            <a:chExt cx="1103390" cy="117237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AB23336-4790-C644-A0EA-7EE33529F6C6}"/>
                </a:ext>
              </a:extLst>
            </p:cNvPr>
            <p:cNvGrpSpPr/>
            <p:nvPr/>
          </p:nvGrpSpPr>
          <p:grpSpPr>
            <a:xfrm>
              <a:off x="1671752" y="4271262"/>
              <a:ext cx="820518" cy="895112"/>
              <a:chOff x="1658023" y="1519588"/>
              <a:chExt cx="820518" cy="895112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3298A1FC-99A3-94ED-8FFC-5B345EB15B0F}"/>
                  </a:ext>
                </a:extLst>
              </p:cNvPr>
              <p:cNvSpPr/>
              <p:nvPr/>
            </p:nvSpPr>
            <p:spPr>
              <a:xfrm>
                <a:off x="1773641" y="1820340"/>
                <a:ext cx="304800" cy="59436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855A4F09-893F-5BF5-B470-0F7455C9330E}"/>
                  </a:ext>
                </a:extLst>
              </p:cNvPr>
              <p:cNvSpPr/>
              <p:nvPr/>
            </p:nvSpPr>
            <p:spPr>
              <a:xfrm>
                <a:off x="1903181" y="1972740"/>
                <a:ext cx="45719" cy="29040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DA1287D-BBA1-11BB-44E3-66F1B0918AE3}"/>
                  </a:ext>
                </a:extLst>
              </p:cNvPr>
              <p:cNvSpPr txBox="1"/>
              <p:nvPr/>
            </p:nvSpPr>
            <p:spPr>
              <a:xfrm>
                <a:off x="1658023" y="1519588"/>
                <a:ext cx="8205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0" dirty="0">
                    <a:effectLst/>
                  </a:rPr>
                  <a:t>USB-C</a:t>
                </a:r>
                <a:endParaRPr lang="en-US" i="0" dirty="0">
                  <a:solidFill>
                    <a:schemeClr val="tx1"/>
                  </a:solidFill>
                  <a:effectLst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3A80D9C-1B46-C0E1-183E-F031CABE9B9A}"/>
                </a:ext>
              </a:extLst>
            </p:cNvPr>
            <p:cNvSpPr txBox="1"/>
            <p:nvPr/>
          </p:nvSpPr>
          <p:spPr>
            <a:xfrm>
              <a:off x="1726045" y="5135855"/>
              <a:ext cx="8542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OTG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04E79A-46AE-274B-989F-0C89A486A2D2}"/>
                </a:ext>
              </a:extLst>
            </p:cNvPr>
            <p:cNvSpPr txBox="1"/>
            <p:nvPr/>
          </p:nvSpPr>
          <p:spPr>
            <a:xfrm>
              <a:off x="2120637" y="4599478"/>
              <a:ext cx="654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5V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09CE679-977B-312D-7858-1193217F2BDE}"/>
              </a:ext>
            </a:extLst>
          </p:cNvPr>
          <p:cNvSpPr/>
          <p:nvPr/>
        </p:nvSpPr>
        <p:spPr>
          <a:xfrm>
            <a:off x="3828506" y="3904115"/>
            <a:ext cx="353344" cy="35334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FCB980-BC4D-B95A-28BF-1047F666A934}"/>
              </a:ext>
            </a:extLst>
          </p:cNvPr>
          <p:cNvCxnSpPr>
            <a:stCxn id="15" idx="0"/>
            <a:endCxn id="30" idx="2"/>
          </p:cNvCxnSpPr>
          <p:nvPr/>
        </p:nvCxnSpPr>
        <p:spPr>
          <a:xfrm flipV="1">
            <a:off x="3061281" y="4080787"/>
            <a:ext cx="767225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3FD77F35-EB99-6055-726D-CA6587D893A3}"/>
              </a:ext>
            </a:extLst>
          </p:cNvPr>
          <p:cNvSpPr/>
          <p:nvPr/>
        </p:nvSpPr>
        <p:spPr>
          <a:xfrm>
            <a:off x="4847475" y="3902496"/>
            <a:ext cx="353344" cy="35334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2141979-9A3E-48BD-4C9C-76D5F450B00A}"/>
              </a:ext>
            </a:extLst>
          </p:cNvPr>
          <p:cNvCxnSpPr>
            <a:cxnSpLocks/>
            <a:stCxn id="30" idx="6"/>
            <a:endCxn id="32" idx="2"/>
          </p:cNvCxnSpPr>
          <p:nvPr/>
        </p:nvCxnSpPr>
        <p:spPr>
          <a:xfrm flipV="1">
            <a:off x="4181850" y="4079168"/>
            <a:ext cx="665625" cy="16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5A25FD6-DED2-BB9A-1873-41265F2B213B}"/>
              </a:ext>
            </a:extLst>
          </p:cNvPr>
          <p:cNvSpPr txBox="1"/>
          <p:nvPr/>
        </p:nvSpPr>
        <p:spPr>
          <a:xfrm>
            <a:off x="1707537" y="2833242"/>
            <a:ext cx="85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7-</a:t>
            </a:r>
            <a:r>
              <a:rPr lang="th-TH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 DC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D66313-4762-6F77-43D8-D0BAFFFEDBE3}"/>
              </a:ext>
            </a:extLst>
          </p:cNvPr>
          <p:cNvSpPr/>
          <p:nvPr/>
        </p:nvSpPr>
        <p:spPr>
          <a:xfrm>
            <a:off x="9113880" y="2247771"/>
            <a:ext cx="1205785" cy="514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ESP32-P4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302BEA-1D99-EDAB-BB62-AF4C5ABC773C}"/>
              </a:ext>
            </a:extLst>
          </p:cNvPr>
          <p:cNvSpPr/>
          <p:nvPr/>
        </p:nvSpPr>
        <p:spPr>
          <a:xfrm>
            <a:off x="9113880" y="3036310"/>
            <a:ext cx="1205785" cy="514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LCD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7B86CF-8D4D-B210-D86A-177ABC4F4C59}"/>
              </a:ext>
            </a:extLst>
          </p:cNvPr>
          <p:cNvSpPr/>
          <p:nvPr/>
        </p:nvSpPr>
        <p:spPr>
          <a:xfrm>
            <a:off x="9113879" y="3821748"/>
            <a:ext cx="1205785" cy="514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Backlight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D462FB-BE7F-3526-EA15-CC4547B5482F}"/>
              </a:ext>
            </a:extLst>
          </p:cNvPr>
          <p:cNvSpPr/>
          <p:nvPr/>
        </p:nvSpPr>
        <p:spPr>
          <a:xfrm>
            <a:off x="4400376" y="5498470"/>
            <a:ext cx="1205785" cy="514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DAC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606439-2EB6-0DC4-D9D5-0BE7280CBBA5}"/>
              </a:ext>
            </a:extLst>
          </p:cNvPr>
          <p:cNvSpPr/>
          <p:nvPr/>
        </p:nvSpPr>
        <p:spPr>
          <a:xfrm>
            <a:off x="9113879" y="4617791"/>
            <a:ext cx="1205785" cy="514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MicroSD Card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59D1DDF-74E0-335E-BFBA-B0B76C80E95A}"/>
              </a:ext>
            </a:extLst>
          </p:cNvPr>
          <p:cNvCxnSpPr>
            <a:cxnSpLocks/>
            <a:stCxn id="32" idx="4"/>
            <a:endCxn id="38" idx="0"/>
          </p:cNvCxnSpPr>
          <p:nvPr/>
        </p:nvCxnSpPr>
        <p:spPr>
          <a:xfrm flipH="1">
            <a:off x="5003269" y="4255840"/>
            <a:ext cx="20878" cy="124263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284879EF-CC93-9602-EEBA-7489D62018A5}"/>
              </a:ext>
            </a:extLst>
          </p:cNvPr>
          <p:cNvSpPr/>
          <p:nvPr/>
        </p:nvSpPr>
        <p:spPr>
          <a:xfrm>
            <a:off x="8217287" y="3117052"/>
            <a:ext cx="353344" cy="35334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406D09-A4DC-5516-7E34-E7D0E2F57540}"/>
              </a:ext>
            </a:extLst>
          </p:cNvPr>
          <p:cNvCxnSpPr>
            <a:cxnSpLocks/>
            <a:stCxn id="45" idx="6"/>
            <a:endCxn id="36" idx="1"/>
          </p:cNvCxnSpPr>
          <p:nvPr/>
        </p:nvCxnSpPr>
        <p:spPr>
          <a:xfrm>
            <a:off x="8570631" y="3293724"/>
            <a:ext cx="54324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4FCB2C6-77F6-15F2-0249-07C53FC71E78}"/>
              </a:ext>
            </a:extLst>
          </p:cNvPr>
          <p:cNvSpPr/>
          <p:nvPr/>
        </p:nvSpPr>
        <p:spPr>
          <a:xfrm>
            <a:off x="8217287" y="3905591"/>
            <a:ext cx="353344" cy="35334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666E906-03CC-1B6B-06E2-AD530A649640}"/>
              </a:ext>
            </a:extLst>
          </p:cNvPr>
          <p:cNvCxnSpPr>
            <a:cxnSpLocks/>
            <a:stCxn id="47" idx="6"/>
          </p:cNvCxnSpPr>
          <p:nvPr/>
        </p:nvCxnSpPr>
        <p:spPr>
          <a:xfrm>
            <a:off x="8570631" y="4082263"/>
            <a:ext cx="54324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8B16DA-533F-5114-71B8-4B9B7D12F70C}"/>
              </a:ext>
            </a:extLst>
          </p:cNvPr>
          <p:cNvCxnSpPr>
            <a:cxnSpLocks/>
            <a:stCxn id="47" idx="0"/>
            <a:endCxn id="45" idx="4"/>
          </p:cNvCxnSpPr>
          <p:nvPr/>
        </p:nvCxnSpPr>
        <p:spPr>
          <a:xfrm flipV="1">
            <a:off x="8393959" y="3470396"/>
            <a:ext cx="0" cy="4351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62AAFF5-5E1F-1F35-9DC2-DCFC96338E32}"/>
              </a:ext>
            </a:extLst>
          </p:cNvPr>
          <p:cNvCxnSpPr>
            <a:cxnSpLocks/>
            <a:endCxn id="40" idx="1"/>
          </p:cNvCxnSpPr>
          <p:nvPr/>
        </p:nvCxnSpPr>
        <p:spPr>
          <a:xfrm rot="16200000" flipH="1">
            <a:off x="8442438" y="4203763"/>
            <a:ext cx="619365" cy="723518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194E9C2-87C7-23D2-531F-ABAE63F28B8A}"/>
              </a:ext>
            </a:extLst>
          </p:cNvPr>
          <p:cNvCxnSpPr>
            <a:cxnSpLocks/>
            <a:stCxn id="32" idx="6"/>
            <a:endCxn id="18" idx="1"/>
          </p:cNvCxnSpPr>
          <p:nvPr/>
        </p:nvCxnSpPr>
        <p:spPr>
          <a:xfrm>
            <a:off x="5200819" y="4079168"/>
            <a:ext cx="59196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2000FF-E9E2-E748-C743-0AABBCB40F40}"/>
              </a:ext>
            </a:extLst>
          </p:cNvPr>
          <p:cNvCxnSpPr>
            <a:cxnSpLocks/>
            <a:stCxn id="18" idx="3"/>
            <a:endCxn id="47" idx="2"/>
          </p:cNvCxnSpPr>
          <p:nvPr/>
        </p:nvCxnSpPr>
        <p:spPr>
          <a:xfrm>
            <a:off x="7471664" y="4079168"/>
            <a:ext cx="745623" cy="30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1CC3D7A-320F-76E4-7856-E41D55955796}"/>
              </a:ext>
            </a:extLst>
          </p:cNvPr>
          <p:cNvSpPr txBox="1"/>
          <p:nvPr/>
        </p:nvSpPr>
        <p:spPr>
          <a:xfrm>
            <a:off x="7358118" y="3802126"/>
            <a:ext cx="654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3.3V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DCE29D-D28D-1685-D87E-26DA89B94D16}"/>
              </a:ext>
            </a:extLst>
          </p:cNvPr>
          <p:cNvSpPr txBox="1"/>
          <p:nvPr/>
        </p:nvSpPr>
        <p:spPr>
          <a:xfrm>
            <a:off x="5188322" y="3813001"/>
            <a:ext cx="654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5V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D50A02-AABA-FE80-1C3E-5DBBE28E8B81}"/>
              </a:ext>
            </a:extLst>
          </p:cNvPr>
          <p:cNvSpPr txBox="1"/>
          <p:nvPr/>
        </p:nvSpPr>
        <p:spPr>
          <a:xfrm>
            <a:off x="2436960" y="2379984"/>
            <a:ext cx="654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7-</a:t>
            </a:r>
            <a:r>
              <a:rPr lang="th-TH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17B52A7C-1534-30E2-13CF-5F91AC8EA7CE}"/>
              </a:ext>
            </a:extLst>
          </p:cNvPr>
          <p:cNvCxnSpPr>
            <a:cxnSpLocks/>
            <a:stCxn id="45" idx="0"/>
            <a:endCxn id="35" idx="1"/>
          </p:cNvCxnSpPr>
          <p:nvPr/>
        </p:nvCxnSpPr>
        <p:spPr>
          <a:xfrm rot="5400000" flipH="1" flipV="1">
            <a:off x="8447986" y="2451159"/>
            <a:ext cx="611867" cy="719921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2907098-723C-E0C2-7940-56BDE1206217}"/>
              </a:ext>
            </a:extLst>
          </p:cNvPr>
          <p:cNvSpPr txBox="1"/>
          <p:nvPr/>
        </p:nvSpPr>
        <p:spPr>
          <a:xfrm>
            <a:off x="2455360" y="4186400"/>
            <a:ext cx="987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(low drop)</a:t>
            </a:r>
          </a:p>
        </p:txBody>
      </p:sp>
    </p:spTree>
    <p:extLst>
      <p:ext uri="{BB962C8B-B14F-4D97-AF65-F5344CB8AC3E}">
        <p14:creationId xmlns:p14="http://schemas.microsoft.com/office/powerpoint/2010/main" val="170399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3742-3940-E60F-CFAA-8243719D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เกี่ยวกับ </a:t>
            </a:r>
            <a:r>
              <a:rPr lang="en-US" dirty="0"/>
              <a:t>ESP32-P4 + ESP32-C6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4FE9B-355C-4EE8-BF10-E6B78219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2829D-F4E2-8598-BFC0-E092A470FD77}"/>
              </a:ext>
            </a:extLst>
          </p:cNvPr>
          <p:cNvSpPr txBox="1"/>
          <p:nvPr/>
        </p:nvSpPr>
        <p:spPr>
          <a:xfrm>
            <a:off x="350774" y="1832035"/>
            <a:ext cx="55168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CPU:</a:t>
            </a:r>
            <a:r>
              <a:rPr lang="en-US" sz="3600" dirty="0"/>
              <a:t> RISC-V, 32-bits, 360MHz, Dual-core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Flash:</a:t>
            </a:r>
            <a:r>
              <a:rPr lang="en-US" sz="3600" dirty="0"/>
              <a:t> 8MB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RAM:</a:t>
            </a:r>
            <a:r>
              <a:rPr lang="en-US" sz="3600" dirty="0"/>
              <a:t> 768 kB + 32 MB (PSRAM)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GPIO: </a:t>
            </a:r>
            <a:r>
              <a:rPr lang="en-US" sz="3600" dirty="0"/>
              <a:t>55 (programmable)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ECC71"/>
                </a:solidFill>
              </a:rPr>
              <a:t>WiFi</a:t>
            </a:r>
            <a:r>
              <a:rPr lang="en-US" sz="3600" dirty="0">
                <a:solidFill>
                  <a:srgbClr val="2ECC71"/>
                </a:solidFill>
              </a:rPr>
              <a:t>:</a:t>
            </a:r>
            <a:r>
              <a:rPr lang="en-US" sz="3600" dirty="0"/>
              <a:t> 2.4G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0B6BCB-8409-1EDF-AE23-191536F369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2" t="34830" r="43555" b="41401"/>
          <a:stretch/>
        </p:blipFill>
        <p:spPr>
          <a:xfrm>
            <a:off x="6455036" y="1815547"/>
            <a:ext cx="4421740" cy="390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32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9B9C-46D6-853E-8696-12B7E8D8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เกี่ยวกับหน้าจอ </a:t>
            </a:r>
            <a:r>
              <a:rPr lang="en-US" dirty="0"/>
              <a:t>ST7796S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B565B2-589E-9358-4797-BD6857AC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D59DE-8831-574A-55C7-E07048030B41}"/>
              </a:ext>
            </a:extLst>
          </p:cNvPr>
          <p:cNvSpPr txBox="1"/>
          <p:nvPr/>
        </p:nvSpPr>
        <p:spPr>
          <a:xfrm>
            <a:off x="751515" y="2039737"/>
            <a:ext cx="55168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Size:</a:t>
            </a:r>
            <a:r>
              <a:rPr lang="en-US" sz="3600" dirty="0"/>
              <a:t> 5”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Technology:</a:t>
            </a:r>
            <a:r>
              <a:rPr lang="en-US" sz="3600" dirty="0"/>
              <a:t> TFT LCD 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Interface:</a:t>
            </a:r>
            <a:r>
              <a:rPr lang="en-US" sz="3600" dirty="0"/>
              <a:t> RGB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Color:</a:t>
            </a:r>
            <a:r>
              <a:rPr lang="en-US" sz="3600" dirty="0"/>
              <a:t> 16-bits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Touch:</a:t>
            </a:r>
            <a:r>
              <a:rPr lang="en-US" sz="3600" dirty="0"/>
              <a:t> Capacitive 2-points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Controller:</a:t>
            </a:r>
            <a:r>
              <a:rPr lang="en-US" sz="3600" dirty="0"/>
              <a:t> ST7262, GT911</a:t>
            </a:r>
          </a:p>
        </p:txBody>
      </p:sp>
      <p:pic>
        <p:nvPicPr>
          <p:cNvPr id="1026" name="Picture 2" descr="จอแสดงผล 5 นิ้ว TFT LCD RGB Interface 40 พิน พร้อมทัช Capacitive">
            <a:extLst>
              <a:ext uri="{FF2B5EF4-FFF2-40B4-BE49-F238E27FC236}">
                <a16:creationId xmlns:a16="http://schemas.microsoft.com/office/drawing/2014/main" id="{71D4606D-EA45-2A96-171A-619E767241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1" t="5850" r="17457" b="6258"/>
          <a:stretch/>
        </p:blipFill>
        <p:spPr bwMode="auto">
          <a:xfrm>
            <a:off x="6362867" y="1227265"/>
            <a:ext cx="4963224" cy="504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864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6429-A32A-0F35-711A-96FB2F4C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เกี่ยวกับ </a:t>
            </a:r>
            <a:r>
              <a:rPr lang="en-US" dirty="0"/>
              <a:t>DAC (Digital to Analog Convertor)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40CAC8-C93A-5EAE-D52B-14C02253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41C43-5620-9754-2F29-1B14023B7A2D}"/>
              </a:ext>
            </a:extLst>
          </p:cNvPr>
          <p:cNvSpPr txBox="1"/>
          <p:nvPr/>
        </p:nvSpPr>
        <p:spPr>
          <a:xfrm>
            <a:off x="780090" y="1708012"/>
            <a:ext cx="55168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Power:</a:t>
            </a:r>
            <a:r>
              <a:rPr lang="en-US" sz="3600" dirty="0"/>
              <a:t> 3.2W at 4 ohm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Interface:</a:t>
            </a:r>
            <a:r>
              <a:rPr lang="en-US" sz="3600" dirty="0"/>
              <a:t> I2S 16/24/32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IC:</a:t>
            </a:r>
            <a:r>
              <a:rPr lang="en-US" sz="3600" dirty="0"/>
              <a:t> MAX98357B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D50469-FFA4-ED5C-4A8D-1EFE53404A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12"/>
          <a:stretch/>
        </p:blipFill>
        <p:spPr>
          <a:xfrm>
            <a:off x="1122990" y="3587936"/>
            <a:ext cx="5792160" cy="2982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A032B9-2C2E-4908-7130-2F1CD7D8CD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5" t="34830" r="42275" b="32245"/>
          <a:stretch/>
        </p:blipFill>
        <p:spPr>
          <a:xfrm>
            <a:off x="6989795" y="1827329"/>
            <a:ext cx="4728902" cy="35212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9DA559-F089-9CFA-66A4-249E867DE8FB}"/>
              </a:ext>
            </a:extLst>
          </p:cNvPr>
          <p:cNvSpPr/>
          <p:nvPr/>
        </p:nvSpPr>
        <p:spPr>
          <a:xfrm>
            <a:off x="7842962" y="2809105"/>
            <a:ext cx="1198401" cy="1306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84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A186-1A0B-14B5-3DDB-E35BF7BE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ช่องใส่ </a:t>
            </a:r>
            <a:r>
              <a:rPr lang="en-US" dirty="0"/>
              <a:t>MicroSD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788DA-2905-A17C-38CE-244F02D1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11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C05C19-7E2C-7931-B267-8452733A2B4C}"/>
              </a:ext>
            </a:extLst>
          </p:cNvPr>
          <p:cNvSpPr txBox="1"/>
          <p:nvPr/>
        </p:nvSpPr>
        <p:spPr>
          <a:xfrm>
            <a:off x="775364" y="2376975"/>
            <a:ext cx="5516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Interface:</a:t>
            </a:r>
            <a:r>
              <a:rPr lang="en-US" sz="3600" dirty="0"/>
              <a:t> SPI Mode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ECC71"/>
                </a:solidFill>
              </a:rPr>
              <a:t>CD pin:</a:t>
            </a:r>
            <a:r>
              <a:rPr lang="en-US" sz="3600" dirty="0"/>
              <a:t> Yes</a:t>
            </a:r>
          </a:p>
        </p:txBody>
      </p:sp>
      <p:pic>
        <p:nvPicPr>
          <p:cNvPr id="3074" name="Picture 2" descr="Micro SD Card 32GB SANDISK SDSQUA4-032G-GN6MN (120MB.) | Advice จ.มหาสารคาม  สาขา U035 (สามแยกกาฬสินธุ์)">
            <a:extLst>
              <a:ext uri="{FF2B5EF4-FFF2-40B4-BE49-F238E27FC236}">
                <a16:creationId xmlns:a16="http://schemas.microsoft.com/office/drawing/2014/main" id="{206D96AB-7565-C549-D2CD-DFE6D0147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7" t="19167" r="9028" b="19658"/>
          <a:stretch/>
        </p:blipFill>
        <p:spPr bwMode="auto">
          <a:xfrm>
            <a:off x="461037" y="4576397"/>
            <a:ext cx="2190841" cy="163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32 GB MICRO SD CARD (ไมโครเอสดีการ์ด) SAMSUNG EVO PLUS CLASS 10 (MC32GA/APC)">
            <a:extLst>
              <a:ext uri="{FF2B5EF4-FFF2-40B4-BE49-F238E27FC236}">
                <a16:creationId xmlns:a16="http://schemas.microsoft.com/office/drawing/2014/main" id="{B0950599-E153-C22C-D1B6-4BCBDFBDC9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3" t="17158" r="4583" b="17158"/>
          <a:stretch/>
        </p:blipFill>
        <p:spPr bwMode="auto">
          <a:xfrm>
            <a:off x="2845270" y="4576396"/>
            <a:ext cx="2271151" cy="163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DCIT2/32GB | Kingston 32 GB Industrial MicroSDHC Micro SD Card, Class 10,  UHS-I, U3, V30, A1 | RS">
            <a:extLst>
              <a:ext uri="{FF2B5EF4-FFF2-40B4-BE49-F238E27FC236}">
                <a16:creationId xmlns:a16="http://schemas.microsoft.com/office/drawing/2014/main" id="{9A1776E7-4DB3-745A-3DB1-B7F7C48FF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31" t="50000" r="26857" b="15000"/>
          <a:stretch/>
        </p:blipFill>
        <p:spPr bwMode="auto">
          <a:xfrm rot="5400000">
            <a:off x="5495925" y="4241800"/>
            <a:ext cx="18288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10B0BC-1366-AFE1-7F9D-70C4FCE200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28" t="50201" r="8159" b="24094"/>
          <a:stretch/>
        </p:blipFill>
        <p:spPr>
          <a:xfrm>
            <a:off x="7610475" y="1182255"/>
            <a:ext cx="4082181" cy="330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38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33807C-523D-AE71-7E94-01DD54B8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ช่อง </a:t>
            </a:r>
            <a:r>
              <a:rPr lang="en-US" dirty="0"/>
              <a:t>Grove</a:t>
            </a:r>
            <a:r>
              <a:rPr lang="th-TH" dirty="0"/>
              <a:t> </a:t>
            </a:r>
            <a:r>
              <a:rPr lang="en-US" dirty="0"/>
              <a:t>(I2C)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0E18EE-ABA5-D460-F23C-919C7CE3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12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1E04C42-ED9E-59C1-7565-BBBAF40B8F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5" t="29583" r="15182" b="20278"/>
          <a:stretch/>
        </p:blipFill>
        <p:spPr bwMode="auto">
          <a:xfrm>
            <a:off x="317078" y="1517810"/>
            <a:ext cx="3753606" cy="202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3A30A33-C2AD-488B-5B64-7E8AAF17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7" t="22132" r="10179" b="5833"/>
          <a:stretch/>
        </p:blipFill>
        <p:spPr bwMode="auto">
          <a:xfrm rot="1371916">
            <a:off x="182020" y="3868780"/>
            <a:ext cx="3609816" cy="255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EAB8BBF-D34D-297A-DF4D-43179553C2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72" t="7500" r="15807" b="8750"/>
          <a:stretch/>
        </p:blipFill>
        <p:spPr bwMode="auto">
          <a:xfrm>
            <a:off x="3499250" y="2530554"/>
            <a:ext cx="2839346" cy="247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B114833-AB08-1352-1C16-B7EAD18C5797}"/>
              </a:ext>
            </a:extLst>
          </p:cNvPr>
          <p:cNvSpPr/>
          <p:nvPr/>
        </p:nvSpPr>
        <p:spPr>
          <a:xfrm rot="1348133">
            <a:off x="720085" y="5816041"/>
            <a:ext cx="1651519" cy="559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AA301-AC1F-C04E-6B69-A4F15C12BDD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0" t="49677" r="66417" b="24618"/>
          <a:stretch/>
        </p:blipFill>
        <p:spPr>
          <a:xfrm>
            <a:off x="6863815" y="1479131"/>
            <a:ext cx="4082181" cy="330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9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6D82936-7560-F7F0-B77A-35C9C6503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27" y="4092543"/>
            <a:ext cx="3438219" cy="258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E927C4-959E-9075-4375-6832448182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5" t="26575" r="65752" b="37735"/>
          <a:stretch/>
        </p:blipFill>
        <p:spPr>
          <a:xfrm>
            <a:off x="7471674" y="951225"/>
            <a:ext cx="4082181" cy="4591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06CA32-6AE3-7582-8CA0-77CCE882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ช่อง </a:t>
            </a:r>
            <a:r>
              <a:rPr lang="en-US" dirty="0"/>
              <a:t>USB-C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2FD074-73F9-B1BA-B407-0181A66B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59578F-38EE-FB35-B5D2-238BF11C23BF}"/>
              </a:ext>
            </a:extLst>
          </p:cNvPr>
          <p:cNvSpPr/>
          <p:nvPr/>
        </p:nvSpPr>
        <p:spPr>
          <a:xfrm>
            <a:off x="3010902" y="3785430"/>
            <a:ext cx="3955761" cy="2335861"/>
          </a:xfrm>
          <a:prstGeom prst="roundRect">
            <a:avLst/>
          </a:prstGeom>
          <a:solidFill>
            <a:schemeClr val="bg1"/>
          </a:solidFill>
          <a:ln w="28575">
            <a:noFill/>
          </a:ln>
          <a:effectLst>
            <a:outerShdw blurRad="3048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302F82-62B8-98BA-3C8E-EABE4D5BABF4}"/>
              </a:ext>
            </a:extLst>
          </p:cNvPr>
          <p:cNvSpPr/>
          <p:nvPr/>
        </p:nvSpPr>
        <p:spPr>
          <a:xfrm>
            <a:off x="2761859" y="1957999"/>
            <a:ext cx="4114801" cy="1471001"/>
          </a:xfrm>
          <a:prstGeom prst="roundRect">
            <a:avLst/>
          </a:prstGeom>
          <a:solidFill>
            <a:schemeClr val="bg1"/>
          </a:solidFill>
          <a:ln w="28575">
            <a:noFill/>
          </a:ln>
          <a:effectLst>
            <a:outerShdw blurRad="3048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F012B8-7F03-0AC7-0C44-DC95EBBAE32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876660" y="2248678"/>
            <a:ext cx="2015413" cy="4448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032E33-61FD-E2EE-1087-BC11DB8AB4B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966663" y="4164501"/>
            <a:ext cx="1925410" cy="7888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D052A44-5867-52DC-FC25-1C7A0C7CA2EC}"/>
              </a:ext>
            </a:extLst>
          </p:cNvPr>
          <p:cNvSpPr txBox="1"/>
          <p:nvPr/>
        </p:nvSpPr>
        <p:spPr>
          <a:xfrm>
            <a:off x="2926214" y="215969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>
                <a:solidFill>
                  <a:srgbClr val="2ECC71"/>
                </a:solidFill>
              </a:rPr>
              <a:t>อัพโหลดโปรแกรม</a:t>
            </a:r>
            <a:endParaRPr lang="en-US" sz="3600" dirty="0">
              <a:solidFill>
                <a:srgbClr val="2ECC7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08C892-2D0A-F8A8-B22C-7BCD9375E446}"/>
              </a:ext>
            </a:extLst>
          </p:cNvPr>
          <p:cNvSpPr txBox="1"/>
          <p:nvPr/>
        </p:nvSpPr>
        <p:spPr>
          <a:xfrm>
            <a:off x="2928727" y="2710950"/>
            <a:ext cx="4114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/>
              <a:t>ดีบัคค่าต่าง ๆ ผ่านคอมพิวเตอร์</a:t>
            </a:r>
            <a:endParaRPr lang="en-US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D7729D-7275-3206-9492-08FA62B6E8EC}"/>
              </a:ext>
            </a:extLst>
          </p:cNvPr>
          <p:cNvSpPr txBox="1"/>
          <p:nvPr/>
        </p:nvSpPr>
        <p:spPr>
          <a:xfrm>
            <a:off x="3177589" y="4054058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>
                <a:solidFill>
                  <a:srgbClr val="2ECC71"/>
                </a:solidFill>
              </a:rPr>
              <a:t>ต่ออุปกรณ์ </a:t>
            </a:r>
            <a:r>
              <a:rPr lang="en-US" sz="3600" dirty="0">
                <a:solidFill>
                  <a:srgbClr val="2ECC71"/>
                </a:solidFill>
              </a:rPr>
              <a:t>USB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5369BF-8632-0ACC-57B5-C1C96EBBA509}"/>
              </a:ext>
            </a:extLst>
          </p:cNvPr>
          <p:cNvSpPr txBox="1"/>
          <p:nvPr/>
        </p:nvSpPr>
        <p:spPr>
          <a:xfrm>
            <a:off x="3177589" y="4594193"/>
            <a:ext cx="36337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th-TH" sz="2800" dirty="0"/>
              <a:t>รองรับเมาส์</a:t>
            </a:r>
            <a:r>
              <a:rPr lang="en-US" sz="2800" dirty="0"/>
              <a:t>,</a:t>
            </a:r>
            <a:r>
              <a:rPr lang="th-TH" sz="2800" dirty="0"/>
              <a:t> คีย์บอร์ด</a:t>
            </a:r>
            <a:r>
              <a:rPr lang="en-US" sz="2800" dirty="0"/>
              <a:t>,</a:t>
            </a:r>
            <a:r>
              <a:rPr lang="th-TH" sz="2800" dirty="0"/>
              <a:t> กล้องแฟลชไดร์ฟ</a:t>
            </a:r>
            <a:r>
              <a:rPr lang="en-US" sz="2800" dirty="0"/>
              <a:t>,</a:t>
            </a:r>
            <a:r>
              <a:rPr lang="th-TH" sz="2800" dirty="0"/>
              <a:t> </a:t>
            </a:r>
            <a:r>
              <a:rPr lang="en-US" sz="2800" dirty="0"/>
              <a:t>FTDI </a:t>
            </a:r>
            <a:r>
              <a:rPr lang="th-TH" sz="2800" dirty="0"/>
              <a:t>และรองรับอัพโหลดโปรแกรม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0901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F83700F-079F-3A73-0FE0-28B64EEED7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96" t="24946" r="51811" b="58972"/>
          <a:stretch/>
        </p:blipFill>
        <p:spPr>
          <a:xfrm>
            <a:off x="4376755" y="1622460"/>
            <a:ext cx="2138067" cy="2608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18F9F2-FCB8-26DC-E776-E534247A12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41" t="33375" r="10862" b="43927"/>
          <a:stretch/>
        </p:blipFill>
        <p:spPr>
          <a:xfrm>
            <a:off x="469322" y="1104427"/>
            <a:ext cx="2087644" cy="23245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490BF-22AD-28D8-9A20-9737B794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การจ่ายไฟเลี้ยง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D3720-89FC-2E21-ED99-2F076AB4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14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5A288D6-0616-85E2-CE25-34E3AD7E1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1" t="4584" r="17162" b="10416"/>
          <a:stretch/>
        </p:blipFill>
        <p:spPr bwMode="auto">
          <a:xfrm>
            <a:off x="804145" y="3471449"/>
            <a:ext cx="2786781" cy="306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EACAAF-5D57-F73A-B029-FC72BF8CC63F}"/>
              </a:ext>
            </a:extLst>
          </p:cNvPr>
          <p:cNvCxnSpPr>
            <a:cxnSpLocks/>
          </p:cNvCxnSpPr>
          <p:nvPr/>
        </p:nvCxnSpPr>
        <p:spPr>
          <a:xfrm flipH="1" flipV="1">
            <a:off x="1726163" y="2926495"/>
            <a:ext cx="245512" cy="7212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 descr="Samsung อะแดปเตอร์ชาร์จไฟ (สีขาว) รุ่น Adapter USB">
            <a:extLst>
              <a:ext uri="{FF2B5EF4-FFF2-40B4-BE49-F238E27FC236}">
                <a16:creationId xmlns:a16="http://schemas.microsoft.com/office/drawing/2014/main" id="{F25A0030-C928-E843-0177-53580CA162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8" t="30556" r="13472" b="31250"/>
          <a:stretch/>
        </p:blipFill>
        <p:spPr bwMode="auto">
          <a:xfrm>
            <a:off x="5266448" y="4394737"/>
            <a:ext cx="3473886" cy="18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A8F412-8CFF-1DC6-7FD3-E8717A3A4F92}"/>
              </a:ext>
            </a:extLst>
          </p:cNvPr>
          <p:cNvCxnSpPr/>
          <p:nvPr/>
        </p:nvCxnSpPr>
        <p:spPr>
          <a:xfrm rot="18900000" flipH="1">
            <a:off x="4721217" y="1457223"/>
            <a:ext cx="383309" cy="3833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2AF365-1370-C7C8-92B7-D1F1008F4BB7}"/>
              </a:ext>
            </a:extLst>
          </p:cNvPr>
          <p:cNvCxnSpPr/>
          <p:nvPr/>
        </p:nvCxnSpPr>
        <p:spPr>
          <a:xfrm rot="18900000" flipH="1">
            <a:off x="5037804" y="1457223"/>
            <a:ext cx="383309" cy="3833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D71E00B-36C2-8606-FF09-6FB8DAEACC2A}"/>
              </a:ext>
            </a:extLst>
          </p:cNvPr>
          <p:cNvSpPr txBox="1"/>
          <p:nvPr/>
        </p:nvSpPr>
        <p:spPr>
          <a:xfrm rot="2428477">
            <a:off x="2517494" y="3844806"/>
            <a:ext cx="158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7-</a:t>
            </a:r>
            <a:r>
              <a:rPr lang="en-US" sz="2400" dirty="0"/>
              <a:t>30V DC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98CF46-6424-8FB4-3BE2-BA8A32B234A6}"/>
              </a:ext>
            </a:extLst>
          </p:cNvPr>
          <p:cNvSpPr txBox="1"/>
          <p:nvPr/>
        </p:nvSpPr>
        <p:spPr>
          <a:xfrm>
            <a:off x="4641831" y="996588"/>
            <a:ext cx="115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5V DC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F55E74-8639-EA7F-5DD9-E588E130C6F2}"/>
              </a:ext>
            </a:extLst>
          </p:cNvPr>
          <p:cNvSpPr txBox="1"/>
          <p:nvPr/>
        </p:nvSpPr>
        <p:spPr>
          <a:xfrm>
            <a:off x="2709966" y="1458253"/>
            <a:ext cx="1499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7-30V DC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9F9BD8-72D3-612F-848A-E81A19EB30BA}"/>
              </a:ext>
            </a:extLst>
          </p:cNvPr>
          <p:cNvGrpSpPr/>
          <p:nvPr/>
        </p:nvGrpSpPr>
        <p:grpSpPr>
          <a:xfrm>
            <a:off x="1829646" y="1558335"/>
            <a:ext cx="880319" cy="233144"/>
            <a:chOff x="1829647" y="1558334"/>
            <a:chExt cx="585622" cy="240153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3046BC5-4212-91DF-69A3-4B17A2CFA9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9647" y="1798487"/>
              <a:ext cx="58562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D682A70-259F-FB31-0690-EA3F716292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9647" y="1558334"/>
              <a:ext cx="58562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9A78BE32-C83E-AD06-9203-8E9A2B3280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3" t="29204" r="74004" b="42717"/>
          <a:stretch/>
        </p:blipFill>
        <p:spPr>
          <a:xfrm>
            <a:off x="9273845" y="2049698"/>
            <a:ext cx="1672151" cy="356135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576F25-4B83-2BD7-A2D0-6553FA69192D}"/>
              </a:ext>
            </a:extLst>
          </p:cNvPr>
          <p:cNvCxnSpPr>
            <a:cxnSpLocks/>
          </p:cNvCxnSpPr>
          <p:nvPr/>
        </p:nvCxnSpPr>
        <p:spPr>
          <a:xfrm flipV="1">
            <a:off x="8528180" y="3181739"/>
            <a:ext cx="1106854" cy="14835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4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9EB5-42AF-7C9C-4CD9-1CAB7591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การติดตั้งลงกล่อง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BC2614-8277-FA47-5FDF-41D50359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15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1E9E3B1-E6C6-2478-2D89-4708809FDEA7}"/>
              </a:ext>
            </a:extLst>
          </p:cNvPr>
          <p:cNvSpPr/>
          <p:nvPr/>
        </p:nvSpPr>
        <p:spPr>
          <a:xfrm>
            <a:off x="5083629" y="5170714"/>
            <a:ext cx="1687285" cy="707572"/>
          </a:xfrm>
          <a:custGeom>
            <a:avLst/>
            <a:gdLst>
              <a:gd name="connsiteX0" fmla="*/ 0 w 1687285"/>
              <a:gd name="connsiteY0" fmla="*/ 0 h 707572"/>
              <a:gd name="connsiteX1" fmla="*/ 990600 w 1687285"/>
              <a:gd name="connsiteY1" fmla="*/ 0 h 707572"/>
              <a:gd name="connsiteX2" fmla="*/ 990600 w 1687285"/>
              <a:gd name="connsiteY2" fmla="*/ 707572 h 707572"/>
              <a:gd name="connsiteX3" fmla="*/ 1687285 w 1687285"/>
              <a:gd name="connsiteY3" fmla="*/ 707572 h 70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285" h="707572">
                <a:moveTo>
                  <a:pt x="0" y="0"/>
                </a:moveTo>
                <a:lnTo>
                  <a:pt x="990600" y="0"/>
                </a:lnTo>
                <a:lnTo>
                  <a:pt x="990600" y="707572"/>
                </a:lnTo>
                <a:lnTo>
                  <a:pt x="1687285" y="707572"/>
                </a:lnTo>
              </a:path>
            </a:pathLst>
          </a:custGeom>
          <a:noFill/>
          <a:ln w="5715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16E443-5EF5-8414-25D6-551E78CF08C0}"/>
              </a:ext>
            </a:extLst>
          </p:cNvPr>
          <p:cNvSpPr txBox="1"/>
          <p:nvPr/>
        </p:nvSpPr>
        <p:spPr>
          <a:xfrm>
            <a:off x="6770914" y="5584805"/>
            <a:ext cx="28520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/>
              <a:t>ติดตั้งตัวดันขอบกล่องทั้ง 4 มุมของจอ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B955F-CA25-89C9-5854-9935D5596620}"/>
              </a:ext>
            </a:extLst>
          </p:cNvPr>
          <p:cNvSpPr txBox="1"/>
          <p:nvPr/>
        </p:nvSpPr>
        <p:spPr>
          <a:xfrm>
            <a:off x="1850572" y="1289746"/>
            <a:ext cx="2852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dirty="0">
                <a:solidFill>
                  <a:srgbClr val="2ECC71"/>
                </a:solidFill>
              </a:rPr>
              <a:t>ภายในกล่อง</a:t>
            </a:r>
            <a:endParaRPr lang="en-US" sz="3600" dirty="0">
              <a:solidFill>
                <a:srgbClr val="2ECC7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8E7B1C-5FEC-B795-7F44-EA20A3662E83}"/>
              </a:ext>
            </a:extLst>
          </p:cNvPr>
          <p:cNvSpPr txBox="1"/>
          <p:nvPr/>
        </p:nvSpPr>
        <p:spPr>
          <a:xfrm>
            <a:off x="6864700" y="1231410"/>
            <a:ext cx="2852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dirty="0">
                <a:solidFill>
                  <a:srgbClr val="2ECC71"/>
                </a:solidFill>
              </a:rPr>
              <a:t>หน้ากล่อง</a:t>
            </a:r>
            <a:endParaRPr lang="en-US" sz="3600" dirty="0">
              <a:solidFill>
                <a:srgbClr val="2EC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704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C5F6-9AC8-3352-64AA-EC2D87F4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ชุดพัฒนาซอฟแวร์ </a:t>
            </a:r>
            <a:r>
              <a:rPr lang="en-US" dirty="0"/>
              <a:t>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BCFFCC-9588-1841-2604-3B298416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8EE1F-445B-51CF-7921-DB4860DD0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860" y="1763316"/>
            <a:ext cx="5421177" cy="28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41FC3A-4958-F861-62D5-1A74D053A2C5}"/>
              </a:ext>
            </a:extLst>
          </p:cNvPr>
          <p:cNvSpPr txBox="1"/>
          <p:nvPr/>
        </p:nvSpPr>
        <p:spPr>
          <a:xfrm>
            <a:off x="7337289" y="4686478"/>
            <a:ext cx="336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SquareLine Studio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98488C-2535-FC8A-F76F-8BD57679E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63" y="1763316"/>
            <a:ext cx="5421176" cy="288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874BE6-E2F5-8510-4463-AF64DB738FA1}"/>
              </a:ext>
            </a:extLst>
          </p:cNvPr>
          <p:cNvSpPr txBox="1"/>
          <p:nvPr/>
        </p:nvSpPr>
        <p:spPr>
          <a:xfrm>
            <a:off x="1492388" y="4686478"/>
            <a:ext cx="336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VS Code + </a:t>
            </a:r>
            <a:r>
              <a:rPr lang="en-US" sz="2400" dirty="0" err="1"/>
              <a:t>PlatformIO</a:t>
            </a:r>
            <a:endParaRPr lang="en-US" sz="24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C61A0DD-9291-AC0B-3968-7A4361719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698" y="858441"/>
            <a:ext cx="2857500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95C45A6B-9789-B661-62F1-89F167133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785" y="814977"/>
            <a:ext cx="1933530" cy="131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BDEC97-4C35-D6B6-B5C3-A0437A6A198E}"/>
              </a:ext>
            </a:extLst>
          </p:cNvPr>
          <p:cNvSpPr txBox="1"/>
          <p:nvPr/>
        </p:nvSpPr>
        <p:spPr>
          <a:xfrm>
            <a:off x="462962" y="5148143"/>
            <a:ext cx="5347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- เขียนโค้ดด้วยภาษา </a:t>
            </a:r>
            <a:r>
              <a:rPr lang="en-US" sz="2000" dirty="0"/>
              <a:t>C/C++</a:t>
            </a:r>
            <a:r>
              <a:rPr lang="th-TH" sz="2000" dirty="0"/>
              <a:t> รูปแบบ</a:t>
            </a:r>
            <a:r>
              <a:rPr lang="en-US" sz="2000" dirty="0"/>
              <a:t> Arduino</a:t>
            </a:r>
            <a:endParaRPr lang="th-TH" sz="2000" dirty="0"/>
          </a:p>
          <a:p>
            <a:r>
              <a:rPr lang="th-TH" sz="2000" dirty="0"/>
              <a:t>- มีไลบรารี่พร้อมใช้</a:t>
            </a:r>
          </a:p>
          <a:p>
            <a:r>
              <a:rPr lang="th-TH" sz="2000" dirty="0"/>
              <a:t>- มีตัวอย่างโค้ดให้</a:t>
            </a:r>
          </a:p>
          <a:p>
            <a:r>
              <a:rPr lang="th-TH" sz="2000" dirty="0"/>
              <a:t>- เริ่มโปรเจคใหม่ด้วย </a:t>
            </a:r>
            <a:r>
              <a:rPr lang="en-US" sz="2000" dirty="0"/>
              <a:t>Template </a:t>
            </a:r>
            <a:r>
              <a:rPr lang="th-TH" sz="2000" dirty="0"/>
              <a:t>ที่เตรียมให้ ไม่ต้องตั้งค่าใด ๆ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73BDDE-D23E-2C5E-1BF5-5DDF0569EF42}"/>
              </a:ext>
            </a:extLst>
          </p:cNvPr>
          <p:cNvSpPr txBox="1"/>
          <p:nvPr/>
        </p:nvSpPr>
        <p:spPr>
          <a:xfrm>
            <a:off x="6307860" y="5148142"/>
            <a:ext cx="5347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- ลากวางปุ่ม ข้อความ และ </a:t>
            </a:r>
            <a:r>
              <a:rPr lang="en-US" sz="2000" dirty="0"/>
              <a:t>Widget </a:t>
            </a:r>
            <a:r>
              <a:rPr lang="th-TH" sz="2000" dirty="0"/>
              <a:t>อื่น ๆ ได้เลย</a:t>
            </a:r>
          </a:p>
          <a:p>
            <a:r>
              <a:rPr lang="th-TH" sz="2000" dirty="0"/>
              <a:t>- สิ่งที่เห็นในโปรแกรม เหมือนที่เห็นจริงใน </a:t>
            </a:r>
            <a:r>
              <a:rPr lang="en-US" sz="2000" dirty="0"/>
              <a:t>ATD5-P4</a:t>
            </a:r>
          </a:p>
          <a:p>
            <a:r>
              <a:rPr lang="th-TH" sz="2000" dirty="0"/>
              <a:t>- เริ่มโปรเจคใหม่ด้วย </a:t>
            </a:r>
            <a:r>
              <a:rPr lang="en-US" sz="2000" dirty="0"/>
              <a:t>Template </a:t>
            </a:r>
            <a:r>
              <a:rPr lang="th-TH" sz="2000" dirty="0"/>
              <a:t>ที่เตรียมให้ ลดขั้นตอนตั้งค่า</a:t>
            </a:r>
            <a:endParaRPr lang="en-US" sz="2000" dirty="0"/>
          </a:p>
          <a:p>
            <a:r>
              <a:rPr lang="en-US" sz="2000" dirty="0"/>
              <a:t>- </a:t>
            </a:r>
            <a:r>
              <a:rPr lang="th-TH" sz="2000" dirty="0"/>
              <a:t>ใช้ฟรีได้ 10 หน้า 150 </a:t>
            </a:r>
            <a:r>
              <a:rPr lang="en-US" sz="2000" dirty="0"/>
              <a:t>widget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03A35C-9C33-5386-9D0F-C7A62CDE6197}"/>
              </a:ext>
            </a:extLst>
          </p:cNvPr>
          <p:cNvSpPr txBox="1"/>
          <p:nvPr/>
        </p:nvSpPr>
        <p:spPr>
          <a:xfrm>
            <a:off x="4533900" y="952500"/>
            <a:ext cx="2676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4800" dirty="0">
                <a:solidFill>
                  <a:srgbClr val="FF0000"/>
                </a:solidFill>
              </a:rPr>
              <a:t>ใช้ฟรี </a:t>
            </a:r>
            <a:r>
              <a:rPr lang="en-US" sz="48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46397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06AD6-86CF-6063-76E1-E2F03C8E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2E46-679C-04C5-61C6-E5C9625B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ชุดพัฒนาซอฟแวร์</a:t>
            </a:r>
            <a:r>
              <a:rPr lang="en-US" dirty="0"/>
              <a:t>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B58E24-B460-4B28-A6F4-A856D15F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38246-3469-35E4-1585-27BBC02AB0F4}"/>
              </a:ext>
            </a:extLst>
          </p:cNvPr>
          <p:cNvSpPr txBox="1"/>
          <p:nvPr/>
        </p:nvSpPr>
        <p:spPr>
          <a:xfrm>
            <a:off x="4486536" y="4936372"/>
            <a:ext cx="336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EEZ Studio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FA540-3A9A-D08A-118C-2012E3D9AE42}"/>
              </a:ext>
            </a:extLst>
          </p:cNvPr>
          <p:cNvSpPr txBox="1"/>
          <p:nvPr/>
        </p:nvSpPr>
        <p:spPr>
          <a:xfrm>
            <a:off x="3457107" y="5398036"/>
            <a:ext cx="5347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/>
              <a:t>- ลากวางปุ่ม ข้อความ และ </a:t>
            </a:r>
            <a:r>
              <a:rPr lang="en-US" sz="2000" dirty="0"/>
              <a:t>Widget </a:t>
            </a:r>
            <a:r>
              <a:rPr lang="th-TH" sz="2000" dirty="0"/>
              <a:t>อื่น ๆ ได้เลย</a:t>
            </a:r>
          </a:p>
          <a:p>
            <a:r>
              <a:rPr lang="th-TH" sz="2000" dirty="0"/>
              <a:t>- สิ่งที่เห็นในโปรแกรม เหมือนที่เห็นจริงบน </a:t>
            </a:r>
            <a:r>
              <a:rPr lang="en-US" sz="2000" dirty="0"/>
              <a:t>ATD5-P4</a:t>
            </a:r>
          </a:p>
          <a:p>
            <a:r>
              <a:rPr lang="th-TH" sz="2000" dirty="0"/>
              <a:t>- เริ่มโปรเจคใหม่ด้วย </a:t>
            </a:r>
            <a:r>
              <a:rPr lang="en-US" sz="2000" dirty="0"/>
              <a:t>Template </a:t>
            </a:r>
            <a:r>
              <a:rPr lang="th-TH" sz="2000" dirty="0"/>
              <a:t>ที่เตรียมให้ ลดขั้นตอนตั้งค่า</a:t>
            </a:r>
            <a:endParaRPr lang="en-US" sz="2000" dirty="0"/>
          </a:p>
          <a:p>
            <a:r>
              <a:rPr lang="en-US" sz="2000" dirty="0"/>
              <a:t>- </a:t>
            </a:r>
            <a:r>
              <a:rPr lang="th-TH" sz="2000" dirty="0"/>
              <a:t>ใช้ฟรี</a:t>
            </a:r>
            <a:r>
              <a:rPr lang="en-US" sz="2000" dirty="0"/>
              <a:t> </a:t>
            </a:r>
            <a:r>
              <a:rPr lang="th-TH" sz="2000" dirty="0"/>
              <a:t>ไม่มีเงื่อนไข</a:t>
            </a:r>
            <a:endParaRPr lang="en-US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657CFF1-8B60-5E42-3128-7D8382E7E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145" y="1718250"/>
            <a:ext cx="5721105" cy="321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F2959BC-C219-6995-9AC5-254E9EBC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072" y="1024884"/>
            <a:ext cx="2401855" cy="61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44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D2EA-FF90-9F7A-717F-3202A1CA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ติดตั้งโปรแกรมที่เกี่ยวข้อง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EBF9B-7428-FB8F-8A09-0F2C72E9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D0EB-FC13-8F9A-FD77-6FB2B9729C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" y="1825625"/>
            <a:ext cx="9692640" cy="2878455"/>
          </a:xfrm>
        </p:spPr>
        <p:txBody>
          <a:bodyPr/>
          <a:lstStyle/>
          <a:p>
            <a:r>
              <a:rPr lang="en-US" dirty="0"/>
              <a:t>Visual Studio Code (VS Code)</a:t>
            </a:r>
          </a:p>
          <a:p>
            <a:pPr lvl="1"/>
            <a:r>
              <a:rPr lang="en-US" dirty="0">
                <a:hlinkClick r:id="rId2"/>
              </a:rPr>
              <a:t>https://code.visualstudio.com/download</a:t>
            </a:r>
            <a:endParaRPr lang="en-US" dirty="0"/>
          </a:p>
          <a:p>
            <a:r>
              <a:rPr lang="en-US" dirty="0" err="1"/>
              <a:t>PlatformIO</a:t>
            </a:r>
            <a:endParaRPr lang="en-US" dirty="0"/>
          </a:p>
          <a:p>
            <a:pPr lvl="1"/>
            <a:r>
              <a:rPr lang="th-TH" dirty="0"/>
              <a:t>ใน </a:t>
            </a:r>
            <a:r>
              <a:rPr lang="en-US" dirty="0"/>
              <a:t>VS Code </a:t>
            </a:r>
            <a:r>
              <a:rPr lang="th-TH" dirty="0"/>
              <a:t>กดติดตั้งส่วนเสริม </a:t>
            </a:r>
            <a:r>
              <a:rPr lang="en-US" dirty="0"/>
              <a:t>(Extension) </a:t>
            </a:r>
            <a:r>
              <a:rPr lang="th-TH" dirty="0"/>
              <a:t>ชื่อ </a:t>
            </a:r>
            <a:r>
              <a:rPr lang="en-US" dirty="0" err="1"/>
              <a:t>PlatformIO</a:t>
            </a:r>
            <a:endParaRPr lang="th-TH" dirty="0"/>
          </a:p>
          <a:p>
            <a:r>
              <a:rPr lang="en-US" dirty="0"/>
              <a:t>SquareLine Studio</a:t>
            </a:r>
            <a:r>
              <a:rPr lang="th-TH" dirty="0"/>
              <a:t> – ลงทะเบียนใช้ </a:t>
            </a:r>
            <a:r>
              <a:rPr lang="en-US" dirty="0"/>
              <a:t>License</a:t>
            </a:r>
            <a:r>
              <a:rPr lang="th-TH" dirty="0"/>
              <a:t> แบบ </a:t>
            </a:r>
            <a:r>
              <a:rPr lang="en-US" dirty="0"/>
              <a:t>PERSONAL</a:t>
            </a:r>
            <a:endParaRPr lang="th-TH" dirty="0"/>
          </a:p>
          <a:p>
            <a:pPr lvl="1"/>
            <a:r>
              <a:rPr lang="en-US" dirty="0">
                <a:hlinkClick r:id="rId3"/>
              </a:rPr>
              <a:t>https://squareline.io/downloads</a:t>
            </a:r>
            <a:endParaRPr lang="th-TH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2050" name="Picture 2" descr="Visual Studio Code - YouTube">
            <a:extLst>
              <a:ext uri="{FF2B5EF4-FFF2-40B4-BE49-F238E27FC236}">
                <a16:creationId xmlns:a16="http://schemas.microsoft.com/office/drawing/2014/main" id="{7AA520CF-8368-1971-37B6-4DED6E329E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5" t="12445" r="12370" b="12000"/>
          <a:stretch/>
        </p:blipFill>
        <p:spPr bwMode="auto">
          <a:xfrm>
            <a:off x="5755409" y="659390"/>
            <a:ext cx="1866698" cy="184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0146E7C-E8AC-2B90-C269-7923D6F1F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498" y="1703438"/>
            <a:ext cx="1866698" cy="186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BAAF771-99A9-8AAA-5C2C-D9CA57ABD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564" y="4060839"/>
            <a:ext cx="1866698" cy="186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579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6B4A-16E9-40AE-1977-059A1710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ทำไมต้องใช้ </a:t>
            </a:r>
            <a:r>
              <a:rPr lang="en-US" dirty="0"/>
              <a:t>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A4720-833A-AD28-CA66-4C4EF724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19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083C45-0DA7-83C9-5C9A-B53778C527E7}"/>
              </a:ext>
            </a:extLst>
          </p:cNvPr>
          <p:cNvSpPr txBox="1">
            <a:spLocks/>
          </p:cNvSpPr>
          <p:nvPr/>
        </p:nvSpPr>
        <p:spPr>
          <a:xfrm>
            <a:off x="822960" y="1825625"/>
            <a:ext cx="9692640" cy="1435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thaiDist"/>
            <a:r>
              <a:rPr lang="en-US" sz="3200" dirty="0"/>
              <a:t>Template</a:t>
            </a:r>
            <a:r>
              <a:rPr lang="th-TH" sz="3200" dirty="0"/>
              <a:t> เป็นชุดเริ่มต้นโปรเจคใหม่ของ </a:t>
            </a:r>
            <a:r>
              <a:rPr lang="en-US" sz="3200" dirty="0"/>
              <a:t>ATD3.5-S3</a:t>
            </a:r>
            <a:r>
              <a:rPr lang="th-TH" sz="3200" dirty="0"/>
              <a:t> โดยมีการเตรียมโค้ด ไลบรารี่ และตั้งค่าไฟล์โปรเจคของโปรแกรมต่าง ๆ ไว้ให้พร้อมใช้งานแล้ว ทำให้การเริ่มต้นโปรเจคทำได้ง่าย และเร็วมากยิ่งขึ้น</a:t>
            </a:r>
            <a:endParaRPr lang="en-US" sz="3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D1F7D7-BC43-1578-FBE7-399B6F7E7B2C}"/>
              </a:ext>
            </a:extLst>
          </p:cNvPr>
          <p:cNvGrpSpPr/>
          <p:nvPr/>
        </p:nvGrpSpPr>
        <p:grpSpPr>
          <a:xfrm>
            <a:off x="715375" y="3804920"/>
            <a:ext cx="10610716" cy="1752600"/>
            <a:chOff x="335280" y="3479800"/>
            <a:chExt cx="10610716" cy="1752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9B82892-F436-19DE-E0F1-80C31B644328}"/>
                </a:ext>
              </a:extLst>
            </p:cNvPr>
            <p:cNvSpPr/>
            <p:nvPr/>
          </p:nvSpPr>
          <p:spPr>
            <a:xfrm>
              <a:off x="335280" y="3479800"/>
              <a:ext cx="10610716" cy="175260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2ECC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6C0325-3252-7DE3-7F63-CBE84EA6D3B2}"/>
                </a:ext>
              </a:extLst>
            </p:cNvPr>
            <p:cNvSpPr txBox="1"/>
            <p:nvPr/>
          </p:nvSpPr>
          <p:spPr>
            <a:xfrm>
              <a:off x="558800" y="3785145"/>
              <a:ext cx="4998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solidFill>
                    <a:srgbClr val="2ECC71"/>
                  </a:solidFill>
                </a:rPr>
                <a:t>ไลบารี่ที่จัดเตรียมไว้ให้ </a:t>
              </a:r>
              <a:r>
                <a:rPr lang="en-US" sz="2400" dirty="0">
                  <a:solidFill>
                    <a:srgbClr val="2ECC71"/>
                  </a:solidFill>
                </a:rPr>
                <a:t>(</a:t>
              </a:r>
              <a:r>
                <a:rPr lang="th-TH" sz="2400" dirty="0">
                  <a:solidFill>
                    <a:srgbClr val="2ECC71"/>
                  </a:solidFill>
                </a:rPr>
                <a:t>อัพเดท </a:t>
              </a:r>
              <a:r>
                <a:rPr lang="en-US" sz="2400" dirty="0">
                  <a:solidFill>
                    <a:srgbClr val="2ECC71"/>
                  </a:solidFill>
                </a:rPr>
                <a:t>10/10/69)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2400" dirty="0"/>
                <a:t>ATD5-P4 Library V1.0.0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2400" dirty="0"/>
                <a:t>LVGL V9.6.0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58E328-DBAC-250C-46BB-C7AC2268AFFD}"/>
                </a:ext>
              </a:extLst>
            </p:cNvPr>
            <p:cNvSpPr txBox="1"/>
            <p:nvPr/>
          </p:nvSpPr>
          <p:spPr>
            <a:xfrm>
              <a:off x="5947276" y="3785145"/>
              <a:ext cx="4998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>
                  <a:solidFill>
                    <a:srgbClr val="2ECC71"/>
                  </a:solidFill>
                </a:rPr>
                <a:t>ไฟล์โปรเจค </a:t>
              </a:r>
              <a:r>
                <a:rPr lang="en-US" sz="2400" dirty="0">
                  <a:solidFill>
                    <a:srgbClr val="2ECC71"/>
                  </a:solidFill>
                </a:rPr>
                <a:t>(</a:t>
              </a:r>
              <a:r>
                <a:rPr lang="th-TH" sz="2400" dirty="0">
                  <a:solidFill>
                    <a:srgbClr val="2ECC71"/>
                  </a:solidFill>
                </a:rPr>
                <a:t>อัพเดท </a:t>
              </a:r>
              <a:r>
                <a:rPr lang="en-US" sz="2400" dirty="0">
                  <a:solidFill>
                    <a:srgbClr val="2ECC71"/>
                  </a:solidFill>
                </a:rPr>
                <a:t>10/10/69)</a:t>
              </a:r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2400" dirty="0"/>
                <a:t>VS Code + </a:t>
              </a:r>
              <a:r>
                <a:rPr lang="en-US" sz="2400" dirty="0" err="1"/>
                <a:t>PlatformIO</a:t>
              </a:r>
              <a:endParaRPr lang="th-TH" sz="2400" dirty="0"/>
            </a:p>
            <a:p>
              <a:pPr marL="800100" lvl="1" indent="-342900">
                <a:buFont typeface="+mj-lt"/>
                <a:buAutoNum type="arabicPeriod"/>
              </a:pPr>
              <a:r>
                <a:rPr lang="en-US" sz="2400" dirty="0"/>
                <a:t>SquareLine Studio</a:t>
              </a:r>
              <a:r>
                <a:rPr lang="th-TH" sz="2400" dirty="0"/>
                <a:t> </a:t>
              </a:r>
              <a:r>
                <a:rPr lang="en-US" sz="2400" dirty="0"/>
                <a:t>V1.6.2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3745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6B4A-16E9-40AE-1977-059A1710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ขั้นตอนการใช้งาน </a:t>
            </a:r>
            <a:r>
              <a:rPr lang="en-US" dirty="0"/>
              <a:t>Template</a:t>
            </a:r>
            <a:r>
              <a:rPr lang="th-TH" dirty="0"/>
              <a:t> </a:t>
            </a:r>
            <a:r>
              <a:rPr lang="en-US" dirty="0"/>
              <a:t>(1)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A4720-833A-AD28-CA66-4C4EF724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20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083C45-0DA7-83C9-5C9A-B53778C527E7}"/>
              </a:ext>
            </a:extLst>
          </p:cNvPr>
          <p:cNvSpPr txBox="1">
            <a:spLocks/>
          </p:cNvSpPr>
          <p:nvPr/>
        </p:nvSpPr>
        <p:spPr>
          <a:xfrm>
            <a:off x="822960" y="1825625"/>
            <a:ext cx="9692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th-TH" dirty="0"/>
              <a:t>ดาวน์โหลดไฟล์ </a:t>
            </a:r>
            <a:r>
              <a:rPr lang="en-US" dirty="0">
                <a:solidFill>
                  <a:srgbClr val="2ECC71"/>
                </a:solidFill>
              </a:rPr>
              <a:t>ATD5-P4-Template-PIO.Vx.x.x.zip</a:t>
            </a:r>
            <a:r>
              <a:rPr lang="th-TH" dirty="0"/>
              <a:t> จาก </a:t>
            </a:r>
            <a:r>
              <a:rPr lang="en-US" dirty="0"/>
              <a:t>GitHub </a:t>
            </a:r>
            <a:r>
              <a:rPr lang="th-TH" dirty="0"/>
              <a:t>แล้วแตกไฟล์ออกมา</a:t>
            </a:r>
          </a:p>
          <a:p>
            <a:pPr lvl="1"/>
            <a:r>
              <a:rPr lang="en-US" dirty="0">
                <a:hlinkClick r:id="rId2"/>
              </a:rPr>
              <a:t>https://github.com/ArtronShop/ATD5-P4-Template-PIO/releases</a:t>
            </a:r>
            <a:endParaRPr lang="th-TH" dirty="0"/>
          </a:p>
          <a:p>
            <a:pPr marL="457200" indent="-457200">
              <a:buFont typeface="+mj-lt"/>
              <a:buAutoNum type="arabicPeriod"/>
            </a:pPr>
            <a:r>
              <a:rPr lang="th-TH" dirty="0"/>
              <a:t>กด </a:t>
            </a:r>
            <a:r>
              <a:rPr lang="en-US" dirty="0"/>
              <a:t>Import </a:t>
            </a:r>
            <a:r>
              <a:rPr lang="th-TH" dirty="0"/>
              <a:t>โปรเจคใน </a:t>
            </a:r>
            <a:r>
              <a:rPr lang="en-US" dirty="0">
                <a:solidFill>
                  <a:srgbClr val="2ECC71"/>
                </a:solidFill>
              </a:rPr>
              <a:t>SquareLine Studio Project/</a:t>
            </a:r>
            <a:r>
              <a:rPr lang="en-US" dirty="0" err="1">
                <a:solidFill>
                  <a:srgbClr val="2ECC71"/>
                </a:solidFill>
              </a:rPr>
              <a:t>LED.stl</a:t>
            </a:r>
            <a:r>
              <a:rPr lang="th-TH" dirty="0"/>
              <a:t> เข้าโปรแกรม </a:t>
            </a:r>
            <a:r>
              <a:rPr lang="en-US" dirty="0"/>
              <a:t>SquareLine Studio</a:t>
            </a:r>
            <a:endParaRPr lang="th-TH" dirty="0"/>
          </a:p>
          <a:p>
            <a:pPr marL="457200" indent="-457200">
              <a:buFont typeface="+mj-lt"/>
              <a:buAutoNum type="arabicPeriod"/>
            </a:pPr>
            <a:r>
              <a:rPr lang="th-TH" dirty="0"/>
              <a:t>ตั้งค่า </a:t>
            </a:r>
            <a:r>
              <a:rPr lang="en-US" dirty="0"/>
              <a:t>export directory</a:t>
            </a:r>
            <a:r>
              <a:rPr lang="th-TH" dirty="0"/>
              <a:t> ไปที่โฟลเดอร์ </a:t>
            </a:r>
            <a:r>
              <a:rPr lang="en-US" dirty="0" err="1">
                <a:solidFill>
                  <a:srgbClr val="2ECC71"/>
                </a:solidFill>
              </a:rPr>
              <a:t>src</a:t>
            </a:r>
            <a:r>
              <a:rPr lang="en-US" dirty="0">
                <a:solidFill>
                  <a:srgbClr val="2ECC71"/>
                </a:solidFill>
              </a:rPr>
              <a:t>/</a:t>
            </a:r>
            <a:r>
              <a:rPr lang="en-US" dirty="0" err="1">
                <a:solidFill>
                  <a:srgbClr val="2ECC71"/>
                </a:solidFill>
              </a:rPr>
              <a:t>gui</a:t>
            </a:r>
            <a:endParaRPr lang="th-TH" dirty="0">
              <a:solidFill>
                <a:srgbClr val="2ECC7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th-TH" dirty="0"/>
              <a:t>แก้ไขตำแหน่ง เพิ่มลบวัตถุต่าง ๆ ตามต้องการในโปรแกรม </a:t>
            </a:r>
            <a:r>
              <a:rPr lang="en-US" dirty="0">
                <a:solidFill>
                  <a:srgbClr val="2ECC71"/>
                </a:solidFill>
              </a:rPr>
              <a:t>SquareLine Studio</a:t>
            </a:r>
            <a:endParaRPr lang="th-TH" dirty="0">
              <a:solidFill>
                <a:srgbClr val="2ECC7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th-TH" dirty="0"/>
              <a:t>กด </a:t>
            </a:r>
            <a:r>
              <a:rPr lang="en-US" dirty="0"/>
              <a:t>export code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822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6B4A-16E9-40AE-1977-059A1710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ขั้นตอนการใช้งาน </a:t>
            </a:r>
            <a:r>
              <a:rPr lang="en-US" dirty="0"/>
              <a:t>Template</a:t>
            </a:r>
            <a:r>
              <a:rPr lang="th-TH" dirty="0"/>
              <a:t> </a:t>
            </a:r>
            <a:r>
              <a:rPr lang="en-US" dirty="0"/>
              <a:t>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A4720-833A-AD28-CA66-4C4EF724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21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083C45-0DA7-83C9-5C9A-B53778C527E7}"/>
              </a:ext>
            </a:extLst>
          </p:cNvPr>
          <p:cNvSpPr txBox="1">
            <a:spLocks/>
          </p:cNvSpPr>
          <p:nvPr/>
        </p:nvSpPr>
        <p:spPr>
          <a:xfrm>
            <a:off x="822960" y="1825625"/>
            <a:ext cx="9692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6"/>
            </a:pPr>
            <a:r>
              <a:rPr lang="th-TH" dirty="0"/>
              <a:t>เปิดโฟลเดอร์ </a:t>
            </a:r>
            <a:r>
              <a:rPr lang="en-US" dirty="0"/>
              <a:t>Template</a:t>
            </a:r>
            <a:r>
              <a:rPr lang="th-TH" dirty="0"/>
              <a:t> ด้วยโปรแกรม </a:t>
            </a:r>
            <a:r>
              <a:rPr lang="en-US" dirty="0"/>
              <a:t>VS Code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th-TH" dirty="0"/>
              <a:t>แก้ไขไฟล์ </a:t>
            </a:r>
            <a:r>
              <a:rPr lang="en-US" dirty="0" err="1">
                <a:solidFill>
                  <a:srgbClr val="2ECC71"/>
                </a:solidFill>
              </a:rPr>
              <a:t>src</a:t>
            </a:r>
            <a:r>
              <a:rPr lang="en-US" dirty="0">
                <a:solidFill>
                  <a:srgbClr val="2ECC71"/>
                </a:solidFill>
              </a:rPr>
              <a:t>/main.cpp</a:t>
            </a:r>
            <a:r>
              <a:rPr lang="en-US" dirty="0"/>
              <a:t> </a:t>
            </a:r>
            <a:r>
              <a:rPr lang="th-TH" dirty="0"/>
              <a:t>โดยเพิ่มโค้ดส่วน </a:t>
            </a:r>
            <a:r>
              <a:rPr lang="en-US" dirty="0"/>
              <a:t>event handle </a:t>
            </a:r>
            <a:r>
              <a:rPr lang="th-TH" dirty="0"/>
              <a:t>ตาม </a:t>
            </a:r>
            <a:r>
              <a:rPr lang="en-US" dirty="0"/>
              <a:t>UI </a:t>
            </a:r>
            <a:r>
              <a:rPr lang="th-TH" dirty="0"/>
              <a:t>ที่สร้างไว้ในโปรแกรม </a:t>
            </a:r>
            <a:r>
              <a:rPr lang="en-US" dirty="0"/>
              <a:t>SquareLine Studio</a:t>
            </a:r>
            <a:endParaRPr lang="th-TH" dirty="0"/>
          </a:p>
          <a:p>
            <a:pPr marL="514350" indent="-514350">
              <a:buFont typeface="+mj-lt"/>
              <a:buAutoNum type="arabicPeriod" startAt="6"/>
            </a:pPr>
            <a:r>
              <a:rPr lang="th-TH" dirty="0"/>
              <a:t>กดอัพโหลดโปรแกรมลงบอร์ด </a:t>
            </a:r>
            <a:r>
              <a:rPr lang="en-US" dirty="0"/>
              <a:t>ATD3.5-S3</a:t>
            </a:r>
            <a:r>
              <a:rPr lang="th-TH" dirty="0"/>
              <a:t> เพื่อดูผลลัพธ์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822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29B3BC6-7408-6EF1-1462-C717762E07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" b="20093"/>
          <a:stretch/>
        </p:blipFill>
        <p:spPr>
          <a:xfrm>
            <a:off x="0" y="2232737"/>
            <a:ext cx="5337110" cy="46252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1BB678-2E05-6969-7561-5F82B77D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ติดต่อสอบถามเพิ่มเติม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A0F3B-47C0-3F5C-6C71-329D03AF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5F73-0A7F-43DF-92DF-1CB70364DBBD}" type="slidenum">
              <a:rPr lang="en-US" smtClean="0"/>
              <a:t>22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81077B-5320-228A-5AF3-BC85323D78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5" t="13062" r="68685" b="61088"/>
          <a:stretch/>
        </p:blipFill>
        <p:spPr bwMode="auto">
          <a:xfrm>
            <a:off x="3916158" y="5222433"/>
            <a:ext cx="950400" cy="95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449FB1-124C-98CF-F06D-299D59ECFE24}"/>
              </a:ext>
            </a:extLst>
          </p:cNvPr>
          <p:cNvSpPr txBox="1"/>
          <p:nvPr/>
        </p:nvSpPr>
        <p:spPr>
          <a:xfrm>
            <a:off x="4883018" y="5387316"/>
            <a:ext cx="26570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ArtronShop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05FD1C5-6276-F3AC-2998-3D8E440C6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925" y="4035493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7CFAE2-D2FF-38D0-E176-372658E5024B}"/>
              </a:ext>
            </a:extLst>
          </p:cNvPr>
          <p:cNvSpPr txBox="1"/>
          <p:nvPr/>
        </p:nvSpPr>
        <p:spPr>
          <a:xfrm>
            <a:off x="2774302" y="4185233"/>
            <a:ext cx="4027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@artronshop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A7890F7-1CE6-F0D7-822F-2BD5B49A8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925" y="1802573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2DF6A9-03D6-85EC-7A20-AE71160DC718}"/>
              </a:ext>
            </a:extLst>
          </p:cNvPr>
          <p:cNvSpPr txBox="1"/>
          <p:nvPr/>
        </p:nvSpPr>
        <p:spPr>
          <a:xfrm>
            <a:off x="2774302" y="1930688"/>
            <a:ext cx="7117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www.ArtronShop.co.th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967023-C223-D6A7-F581-22AD9AF6C5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425" y="2936253"/>
            <a:ext cx="889000" cy="889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FC46E1-D4C2-57AB-F4DB-7391CDF0ED34}"/>
              </a:ext>
            </a:extLst>
          </p:cNvPr>
          <p:cNvSpPr txBox="1"/>
          <p:nvPr/>
        </p:nvSpPr>
        <p:spPr>
          <a:xfrm>
            <a:off x="2833941" y="3057960"/>
            <a:ext cx="5486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contact@atronshop.co.th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F4A3EB-D486-A61E-D8D7-A4E4EA1A26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164" y="5205325"/>
            <a:ext cx="948755" cy="948755"/>
          </a:xfrm>
          <a:prstGeom prst="rect">
            <a:avLst/>
          </a:prstGeom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F5EBB1A2-5CE2-B7F8-9C8B-EA9445067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925" y="5237542"/>
            <a:ext cx="88900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777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upermarket"/>
        <a:ea typeface=""/>
        <a:cs typeface="supermarket"/>
      </a:majorFont>
      <a:minorFont>
        <a:latin typeface="supermarket"/>
        <a:ea typeface=""/>
        <a:cs typeface="supermarke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3295</TotalTime>
  <Words>847</Words>
  <Application>Microsoft Office PowerPoint</Application>
  <PresentationFormat>Widescreen</PresentationFormat>
  <Paragraphs>222</Paragraphs>
  <Slides>22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Kanit</vt:lpstr>
      <vt:lpstr>supermarket</vt:lpstr>
      <vt:lpstr>Office Theme</vt:lpstr>
      <vt:lpstr>รู้จักกับ ATD5-P4</vt:lpstr>
      <vt:lpstr>อุปกรณ์ที่มีในชุด</vt:lpstr>
      <vt:lpstr>ส่วนประกอบ (1)</vt:lpstr>
      <vt:lpstr>ส่วนประกอบ (2)</vt:lpstr>
      <vt:lpstr>ขาต่ออุปกรณ์ภายนอก</vt:lpstr>
      <vt:lpstr>วงจรภายใน</vt:lpstr>
      <vt:lpstr>ส่วนจัดการพลังงาน</vt:lpstr>
      <vt:lpstr>เกี่ยวกับ ESP32-P4 + ESP32-C6</vt:lpstr>
      <vt:lpstr>เกี่ยวกับหน้าจอ ST7796S</vt:lpstr>
      <vt:lpstr>เกี่ยวกับ DAC (Digital to Analog Convertor)</vt:lpstr>
      <vt:lpstr>ช่องใส่ MicroSD Card</vt:lpstr>
      <vt:lpstr>ช่อง Grove (I2C)</vt:lpstr>
      <vt:lpstr>ช่อง USB-C</vt:lpstr>
      <vt:lpstr>การจ่ายไฟเลี้ยง</vt:lpstr>
      <vt:lpstr>การติดตั้งลงกล่อง</vt:lpstr>
      <vt:lpstr>ชุดพัฒนาซอฟแวร์ (1/2)</vt:lpstr>
      <vt:lpstr>ชุดพัฒนาซอฟแวร์ (2/2)</vt:lpstr>
      <vt:lpstr>ติดตั้งโปรแกรมที่เกี่ยวข้อง</vt:lpstr>
      <vt:lpstr>ทำไมต้องใช้ Template</vt:lpstr>
      <vt:lpstr>ขั้นตอนการใช้งาน Template (1)</vt:lpstr>
      <vt:lpstr>ขั้นตอนการใช้งาน Template (2)</vt:lpstr>
      <vt:lpstr>ติดต่อสอบถามเพิ่มเติม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บทที่ 1 รู้จักกับ ATD3.5-S3 บอร์ด ESP32-S3 พร้อมจอ 3.5 นิ้ว</dc:title>
  <dc:creator>Sonthaya Nongnuch</dc:creator>
  <cp:lastModifiedBy>Sonthaya Nongnuch</cp:lastModifiedBy>
  <cp:revision>63</cp:revision>
  <cp:lastPrinted>2024-01-25T16:08:39Z</cp:lastPrinted>
  <dcterms:created xsi:type="dcterms:W3CDTF">2023-12-06T19:07:44Z</dcterms:created>
  <dcterms:modified xsi:type="dcterms:W3CDTF">2026-10-14T15:15:32Z</dcterms:modified>
</cp:coreProperties>
</file>