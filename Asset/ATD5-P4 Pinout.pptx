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CC00"/>
    <a:srgbClr val="0000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43" y="-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0AF7-7428-8E22-4B6B-88A4D1545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40DA9C-0EC7-F0EB-2FE5-47EA384119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516FD8-D08C-2178-D204-DA8366912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E377F9-39D0-6A63-9410-229E7C1CE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A7279D-FF6B-D359-2B32-52295561B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644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07AB8-188A-8FD7-5AEA-B4CCC684E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E1FB3-F7B9-5A4B-36A6-4740D0E09F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E860E3-3199-1083-5A5F-F3D87C87C0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5D2849-495C-CCAA-397A-85DB0E1EC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0973E-05D5-8684-C29E-3A76A3D04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211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58922C-4658-0A1F-6F74-C3ED8DE15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8D5588-161D-A7AA-CAF7-57FC8F8279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4C19-A75D-6857-53BD-38C68688A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6807B4-CE57-7A64-E82B-D6075E484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20584-24A0-1ED0-584E-047483F15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4765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783B3-AE12-55AF-3337-D8D031FAB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24FE6-CBFB-74D2-DC5A-C6EFBA3F8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AC485-4CB1-86C7-901C-6940F7960F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1C3A0-E1D7-47B8-A654-79452B56FD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3A3AF0-ECC4-760E-60B9-2134695E7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84677-3651-F7FC-AA4A-12C07D901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71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79D56A-E612-5B2A-B5D5-25FDF00E8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41AE14-C160-9DBB-DA29-E08BF24ED9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62783E-5A8C-0373-7EA7-DEC06E5630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63C685-4FAB-DDA2-A1CE-E711F6585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074EAB-A532-9BC3-C156-EC8AD2C442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CDABA9-4E4A-5065-EE89-D0A8CF5B5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4AAD9-0F72-5676-EDB3-909A24BC2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99E609-2BF5-7C1B-596D-7CBA71FE3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23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BA038-A734-A7CE-012B-8195E997B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FAF6E8-6617-EA9E-FE35-0D8CDDD3D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374F6F-4E84-08BD-5C8B-6C4F66EDF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2DE5A6-3407-40A7-09FE-833F1FBA3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35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B2149F-C86C-D3EE-20B5-D9F6DEBF5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35408-B8CD-2200-7051-1A513384E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11EF9C-45E9-59D5-0F5C-F69E6041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673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72E6D-1282-02B4-B7E0-3B65D8ED1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D2D1FC-6AD0-9C50-C0DA-1ECA5B636B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EF06DD-7D14-2A47-7482-E1E2DDDCC2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817144-8D7D-3C97-8938-618AF00A7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9301AF-A351-853B-4CD7-532D81965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8649-FE33-E31C-374E-C1B3E5E68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5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22AB6F-006B-71C1-5C48-66073208F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C4A54D-01A9-7473-6F7C-5718CACF78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3FA440-8DDE-21B5-8590-94547887F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BA2AA6-D6DD-56D1-AF07-CEF0CE25D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4F09E9-C266-C30B-5C3D-E819ACDBD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C1B2F4-4446-62DE-470E-6F6BE4433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634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717CC-1FE3-CF22-6657-348262083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9B03CC-8234-C64C-736D-57DF856D1A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A86D03-C1C5-CF64-E9DD-04D6CC92F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301BC1-4154-ABCF-23FC-40D45781EA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233E5-98A8-C2AD-0A11-2EDF63C57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47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4D50CB-CBB0-7A02-653C-6D1470B85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0808AE-3895-3475-4437-85441487F9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E109F8-B194-CD88-DEB1-7BD648906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78B7A-C4EE-7188-7170-60457D0E4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2215B-5B6F-4F2F-F40B-5F10D33DC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600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54061-9039-97EE-0CFF-5AC64371E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3BC621-97A9-D68B-9597-ADD678038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93DDC2-7141-4585-C267-8197D75047F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445F10-E5BA-4116-99F3-417FC91DD79F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B0C3C1-D1E0-B92C-22E2-F207B619B6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215C7-9EA8-D676-F62E-304851E7B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ED5316-4B7E-44B2-BDCE-6FE749C191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62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3" name="Group 122">
            <a:extLst>
              <a:ext uri="{FF2B5EF4-FFF2-40B4-BE49-F238E27FC236}">
                <a16:creationId xmlns:a16="http://schemas.microsoft.com/office/drawing/2014/main" id="{3150B1EC-7C97-3D5A-A6A9-A91469D1A8C4}"/>
              </a:ext>
            </a:extLst>
          </p:cNvPr>
          <p:cNvGrpSpPr/>
          <p:nvPr/>
        </p:nvGrpSpPr>
        <p:grpSpPr>
          <a:xfrm>
            <a:off x="668593" y="0"/>
            <a:ext cx="7804847" cy="6858000"/>
            <a:chOff x="668593" y="0"/>
            <a:chExt cx="7804847" cy="6858000"/>
          </a:xfrm>
        </p:grpSpPr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DEDDBC40-6DD8-4E84-9E52-13EC4F6B6E29}"/>
                </a:ext>
              </a:extLst>
            </p:cNvPr>
            <p:cNvSpPr/>
            <p:nvPr/>
          </p:nvSpPr>
          <p:spPr>
            <a:xfrm>
              <a:off x="668593" y="0"/>
              <a:ext cx="7804847" cy="685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864CE81-F37D-E8F9-4E20-F41EA4E61A6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042" r="38596"/>
            <a:stretch/>
          </p:blipFill>
          <p:spPr>
            <a:xfrm>
              <a:off x="668593" y="0"/>
              <a:ext cx="3323303" cy="6858000"/>
            </a:xfrm>
            <a:prstGeom prst="rect">
              <a:avLst/>
            </a:prstGeom>
          </p:spPr>
        </p:pic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1150B69D-D2A7-7F42-A1DE-B8A592CCAE4F}"/>
                </a:ext>
              </a:extLst>
            </p:cNvPr>
            <p:cNvCxnSpPr>
              <a:cxnSpLocks/>
              <a:endCxn id="86" idx="1"/>
            </p:cNvCxnSpPr>
            <p:nvPr/>
          </p:nvCxnSpPr>
          <p:spPr>
            <a:xfrm>
              <a:off x="3066763" y="3506952"/>
              <a:ext cx="3582465" cy="699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00E136F9-3AC1-5C05-CE38-E32FBD61898D}"/>
                </a:ext>
              </a:extLst>
            </p:cNvPr>
            <p:cNvCxnSpPr>
              <a:cxnSpLocks/>
              <a:endCxn id="92" idx="1"/>
            </p:cNvCxnSpPr>
            <p:nvPr/>
          </p:nvCxnSpPr>
          <p:spPr>
            <a:xfrm>
              <a:off x="3066763" y="5358680"/>
              <a:ext cx="3582465" cy="2347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D9349CE3-922F-6D6F-B0F7-6991B5589124}"/>
                </a:ext>
              </a:extLst>
            </p:cNvPr>
            <p:cNvCxnSpPr>
              <a:cxnSpLocks/>
              <a:endCxn id="54" idx="1"/>
            </p:cNvCxnSpPr>
            <p:nvPr/>
          </p:nvCxnSpPr>
          <p:spPr>
            <a:xfrm>
              <a:off x="3066763" y="5978817"/>
              <a:ext cx="1238619" cy="0"/>
            </a:xfrm>
            <a:prstGeom prst="line">
              <a:avLst/>
            </a:prstGeom>
            <a:ln w="571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52E92B78-F505-1934-95AB-E254BBEDE561}"/>
                </a:ext>
              </a:extLst>
            </p:cNvPr>
            <p:cNvCxnSpPr>
              <a:cxnSpLocks/>
            </p:cNvCxnSpPr>
            <p:nvPr/>
          </p:nvCxnSpPr>
          <p:spPr>
            <a:xfrm>
              <a:off x="3068320" y="1653632"/>
              <a:ext cx="1238619" cy="0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8CA78F6B-C885-5F5C-FC1C-ABA851462178}"/>
                </a:ext>
              </a:extLst>
            </p:cNvPr>
            <p:cNvCxnSpPr>
              <a:cxnSpLocks/>
            </p:cNvCxnSpPr>
            <p:nvPr/>
          </p:nvCxnSpPr>
          <p:spPr>
            <a:xfrm>
              <a:off x="3066763" y="1962242"/>
              <a:ext cx="2410542" cy="286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B4B7AD81-D9A8-53D6-C4A4-CEF417DC2E80}"/>
                </a:ext>
              </a:extLst>
            </p:cNvPr>
            <p:cNvCxnSpPr>
              <a:cxnSpLocks/>
            </p:cNvCxnSpPr>
            <p:nvPr/>
          </p:nvCxnSpPr>
          <p:spPr>
            <a:xfrm>
              <a:off x="3066763" y="2270851"/>
              <a:ext cx="2410542" cy="286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D9FB79D2-6757-24C2-8E92-E474C0AB2C2B}"/>
                </a:ext>
              </a:extLst>
            </p:cNvPr>
            <p:cNvCxnSpPr>
              <a:cxnSpLocks/>
            </p:cNvCxnSpPr>
            <p:nvPr/>
          </p:nvCxnSpPr>
          <p:spPr>
            <a:xfrm>
              <a:off x="3069789" y="2579600"/>
              <a:ext cx="2407516" cy="0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FBE215F1-3F2F-BE86-92AE-FF2E250EE7A6}"/>
                </a:ext>
              </a:extLst>
            </p:cNvPr>
            <p:cNvCxnSpPr>
              <a:cxnSpLocks/>
            </p:cNvCxnSpPr>
            <p:nvPr/>
          </p:nvCxnSpPr>
          <p:spPr>
            <a:xfrm>
              <a:off x="3066763" y="2888210"/>
              <a:ext cx="2410542" cy="286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2258BC55-5682-21AD-C09B-3DB5F19258D3}"/>
                </a:ext>
              </a:extLst>
            </p:cNvPr>
            <p:cNvCxnSpPr>
              <a:cxnSpLocks/>
            </p:cNvCxnSpPr>
            <p:nvPr/>
          </p:nvCxnSpPr>
          <p:spPr>
            <a:xfrm>
              <a:off x="3066763" y="3196819"/>
              <a:ext cx="2410542" cy="286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B419F546-65AD-7EA9-5748-F7AD0FF9D603}"/>
                </a:ext>
              </a:extLst>
            </p:cNvPr>
            <p:cNvCxnSpPr>
              <a:cxnSpLocks/>
              <a:endCxn id="87" idx="1"/>
            </p:cNvCxnSpPr>
            <p:nvPr/>
          </p:nvCxnSpPr>
          <p:spPr>
            <a:xfrm>
              <a:off x="3065206" y="3815562"/>
              <a:ext cx="2416605" cy="412"/>
            </a:xfrm>
            <a:prstGeom prst="line">
              <a:avLst/>
            </a:prstGeom>
            <a:ln w="57150">
              <a:solidFill>
                <a:srgbClr val="7030A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ABAD88B7-6745-537B-32FC-6911DE9D2646}"/>
                </a:ext>
              </a:extLst>
            </p:cNvPr>
            <p:cNvCxnSpPr>
              <a:cxnSpLocks/>
              <a:endCxn id="88" idx="1"/>
            </p:cNvCxnSpPr>
            <p:nvPr/>
          </p:nvCxnSpPr>
          <p:spPr>
            <a:xfrm>
              <a:off x="3065206" y="4124171"/>
              <a:ext cx="2412099" cy="699"/>
            </a:xfrm>
            <a:prstGeom prst="line">
              <a:avLst/>
            </a:prstGeom>
            <a:ln w="57150">
              <a:solidFill>
                <a:srgbClr val="7030A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27C2454-1F23-A869-A398-3E04678C4DA0}"/>
                </a:ext>
              </a:extLst>
            </p:cNvPr>
            <p:cNvCxnSpPr>
              <a:cxnSpLocks/>
              <a:endCxn id="89" idx="1"/>
            </p:cNvCxnSpPr>
            <p:nvPr/>
          </p:nvCxnSpPr>
          <p:spPr>
            <a:xfrm>
              <a:off x="3066763" y="4432852"/>
              <a:ext cx="2410542" cy="914"/>
            </a:xfrm>
            <a:prstGeom prst="line">
              <a:avLst/>
            </a:prstGeom>
            <a:ln w="57150">
              <a:solidFill>
                <a:srgbClr val="7030A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04FD68-E8DB-0B35-B9FA-ABB563EE0746}"/>
                </a:ext>
              </a:extLst>
            </p:cNvPr>
            <p:cNvCxnSpPr>
              <a:cxnSpLocks/>
              <a:endCxn id="90" idx="1"/>
            </p:cNvCxnSpPr>
            <p:nvPr/>
          </p:nvCxnSpPr>
          <p:spPr>
            <a:xfrm>
              <a:off x="3065206" y="4741462"/>
              <a:ext cx="2412099" cy="1200"/>
            </a:xfrm>
            <a:prstGeom prst="line">
              <a:avLst/>
            </a:prstGeom>
            <a:ln w="57150">
              <a:solidFill>
                <a:srgbClr val="FFC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03F7E64E-D83C-74EA-C884-31A308102AC3}"/>
                </a:ext>
              </a:extLst>
            </p:cNvPr>
            <p:cNvCxnSpPr>
              <a:cxnSpLocks/>
              <a:endCxn id="91" idx="1"/>
            </p:cNvCxnSpPr>
            <p:nvPr/>
          </p:nvCxnSpPr>
          <p:spPr>
            <a:xfrm>
              <a:off x="3065206" y="5050071"/>
              <a:ext cx="2412099" cy="1487"/>
            </a:xfrm>
            <a:prstGeom prst="line">
              <a:avLst/>
            </a:prstGeom>
            <a:ln w="57150">
              <a:solidFill>
                <a:srgbClr val="FFC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DF99E8BC-0903-3CF1-1E38-30528C4BD6DA}"/>
                </a:ext>
              </a:extLst>
            </p:cNvPr>
            <p:cNvCxnSpPr>
              <a:cxnSpLocks/>
              <a:endCxn id="93" idx="1"/>
            </p:cNvCxnSpPr>
            <p:nvPr/>
          </p:nvCxnSpPr>
          <p:spPr>
            <a:xfrm>
              <a:off x="3065206" y="5667290"/>
              <a:ext cx="2412099" cy="2060"/>
            </a:xfrm>
            <a:prstGeom prst="line">
              <a:avLst/>
            </a:prstGeom>
            <a:ln w="57150">
              <a:solidFill>
                <a:srgbClr val="00B05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3CBBB59A-9BB9-95C3-B93A-00446CC423B1}"/>
                </a:ext>
              </a:extLst>
            </p:cNvPr>
            <p:cNvCxnSpPr>
              <a:cxnSpLocks/>
              <a:endCxn id="9" idx="1"/>
            </p:cNvCxnSpPr>
            <p:nvPr/>
          </p:nvCxnSpPr>
          <p:spPr>
            <a:xfrm>
              <a:off x="3068320" y="727587"/>
              <a:ext cx="1238619" cy="0"/>
            </a:xfrm>
            <a:prstGeom prst="line">
              <a:avLst/>
            </a:prstGeom>
            <a:ln w="57150">
              <a:solidFill>
                <a:srgbClr val="FF00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10EF1382-021B-8059-502B-82E5BAA14A2B}"/>
                </a:ext>
              </a:extLst>
            </p:cNvPr>
            <p:cNvSpPr/>
            <p:nvPr/>
          </p:nvSpPr>
          <p:spPr>
            <a:xfrm>
              <a:off x="4306939" y="618146"/>
              <a:ext cx="906698" cy="218881"/>
            </a:xfrm>
            <a:prstGeom prst="round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3.3V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45FA4F2-539E-F267-0E8E-32C3390FD3D5}"/>
                </a:ext>
              </a:extLst>
            </p:cNvPr>
            <p:cNvSpPr/>
            <p:nvPr/>
          </p:nvSpPr>
          <p:spPr>
            <a:xfrm>
              <a:off x="4306939" y="927042"/>
              <a:ext cx="906698" cy="218881"/>
            </a:xfrm>
            <a:prstGeom prst="roundRect">
              <a:avLst/>
            </a:prstGeom>
            <a:solidFill>
              <a:srgbClr val="FFFF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5V</a:t>
              </a:r>
            </a:p>
          </p:txBody>
        </p:sp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D6854612-DE45-8B97-64A5-B94E61D53669}"/>
                </a:ext>
              </a:extLst>
            </p:cNvPr>
            <p:cNvSpPr/>
            <p:nvPr/>
          </p:nvSpPr>
          <p:spPr>
            <a:xfrm>
              <a:off x="4306939" y="1235938"/>
              <a:ext cx="906698" cy="21888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GND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5BF4DB58-A39B-0406-7412-74B7ECE4365B}"/>
                </a:ext>
              </a:extLst>
            </p:cNvPr>
            <p:cNvSpPr/>
            <p:nvPr/>
          </p:nvSpPr>
          <p:spPr>
            <a:xfrm>
              <a:off x="4306939" y="1544834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IO1</a:t>
              </a:r>
            </a:p>
          </p:txBody>
        </p:sp>
        <p:sp>
          <p:nvSpPr>
            <p:cNvPr id="28" name="Rectangle: Rounded Corners 27">
              <a:extLst>
                <a:ext uri="{FF2B5EF4-FFF2-40B4-BE49-F238E27FC236}">
                  <a16:creationId xmlns:a16="http://schemas.microsoft.com/office/drawing/2014/main" id="{63D82A33-7EE9-FEE6-EDA6-2D6788AFE6C9}"/>
                </a:ext>
              </a:extLst>
            </p:cNvPr>
            <p:cNvSpPr/>
            <p:nvPr/>
          </p:nvSpPr>
          <p:spPr>
            <a:xfrm>
              <a:off x="4306939" y="1853730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IO2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D7992EAA-B0F0-45D7-05EA-DBFBB6065659}"/>
                </a:ext>
              </a:extLst>
            </p:cNvPr>
            <p:cNvSpPr/>
            <p:nvPr/>
          </p:nvSpPr>
          <p:spPr>
            <a:xfrm>
              <a:off x="4305382" y="2162626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IO3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EFB82EE-78F4-0730-7743-10D17A69D846}"/>
                </a:ext>
              </a:extLst>
            </p:cNvPr>
            <p:cNvSpPr/>
            <p:nvPr/>
          </p:nvSpPr>
          <p:spPr>
            <a:xfrm>
              <a:off x="4305382" y="2471522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IO4</a:t>
              </a:r>
            </a:p>
          </p:txBody>
        </p:sp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09D5E216-7A65-B8CB-2632-3EF7915FCCC8}"/>
                </a:ext>
              </a:extLst>
            </p:cNvPr>
            <p:cNvSpPr/>
            <p:nvPr/>
          </p:nvSpPr>
          <p:spPr>
            <a:xfrm>
              <a:off x="4305382" y="2780418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IO5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BA2C3475-F2F4-12F2-EFC7-21C731F38B4D}"/>
                </a:ext>
              </a:extLst>
            </p:cNvPr>
            <p:cNvSpPr/>
            <p:nvPr/>
          </p:nvSpPr>
          <p:spPr>
            <a:xfrm>
              <a:off x="4305382" y="3089314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IO9</a:t>
              </a: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16533C6D-5E89-801B-7716-ED4CA438348F}"/>
                </a:ext>
              </a:extLst>
            </p:cNvPr>
            <p:cNvSpPr/>
            <p:nvPr/>
          </p:nvSpPr>
          <p:spPr>
            <a:xfrm>
              <a:off x="4305382" y="3398210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IO10</a:t>
              </a:r>
            </a:p>
          </p:txBody>
        </p:sp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EA74823D-6405-D214-7F46-253F0A518E1A}"/>
                </a:ext>
              </a:extLst>
            </p:cNvPr>
            <p:cNvSpPr/>
            <p:nvPr/>
          </p:nvSpPr>
          <p:spPr>
            <a:xfrm>
              <a:off x="4309888" y="3707106"/>
              <a:ext cx="906698" cy="218881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SPI0_MISO</a:t>
              </a:r>
            </a:p>
          </p:txBody>
        </p:sp>
        <p:sp>
          <p:nvSpPr>
            <p:cNvPr id="42" name="Rectangle: Rounded Corners 41">
              <a:extLst>
                <a:ext uri="{FF2B5EF4-FFF2-40B4-BE49-F238E27FC236}">
                  <a16:creationId xmlns:a16="http://schemas.microsoft.com/office/drawing/2014/main" id="{ED73FF4D-D751-C948-D7A5-E4020218A2AE}"/>
                </a:ext>
              </a:extLst>
            </p:cNvPr>
            <p:cNvSpPr/>
            <p:nvPr/>
          </p:nvSpPr>
          <p:spPr>
            <a:xfrm>
              <a:off x="4305382" y="4016002"/>
              <a:ext cx="906698" cy="218881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SPI0_SCK</a:t>
              </a:r>
            </a:p>
          </p:txBody>
        </p:sp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99E8910A-7F75-D68C-7C84-45339D5EE90B}"/>
                </a:ext>
              </a:extLst>
            </p:cNvPr>
            <p:cNvSpPr/>
            <p:nvPr/>
          </p:nvSpPr>
          <p:spPr>
            <a:xfrm>
              <a:off x="4305382" y="4324898"/>
              <a:ext cx="906698" cy="218881"/>
            </a:xfrm>
            <a:prstGeom prst="roundRect">
              <a:avLst/>
            </a:prstGeom>
            <a:solidFill>
              <a:srgbClr val="7030A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SPI0_MOSI</a:t>
              </a:r>
            </a:p>
          </p:txBody>
        </p:sp>
        <p:sp>
          <p:nvSpPr>
            <p:cNvPr id="46" name="Rectangle: Rounded Corners 45">
              <a:extLst>
                <a:ext uri="{FF2B5EF4-FFF2-40B4-BE49-F238E27FC236}">
                  <a16:creationId xmlns:a16="http://schemas.microsoft.com/office/drawing/2014/main" id="{8A4A887E-E6FF-E807-E7B7-D01B88FB9215}"/>
                </a:ext>
              </a:extLst>
            </p:cNvPr>
            <p:cNvSpPr/>
            <p:nvPr/>
          </p:nvSpPr>
          <p:spPr>
            <a:xfrm>
              <a:off x="4305382" y="4633794"/>
              <a:ext cx="906698" cy="218881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I2C0_SCL</a:t>
              </a:r>
            </a:p>
          </p:txBody>
        </p:sp>
        <p:sp>
          <p:nvSpPr>
            <p:cNvPr id="48" name="Rectangle: Rounded Corners 47">
              <a:extLst>
                <a:ext uri="{FF2B5EF4-FFF2-40B4-BE49-F238E27FC236}">
                  <a16:creationId xmlns:a16="http://schemas.microsoft.com/office/drawing/2014/main" id="{3F6D565B-4C3F-AFE0-DDFE-3AA8E200C0CD}"/>
                </a:ext>
              </a:extLst>
            </p:cNvPr>
            <p:cNvSpPr/>
            <p:nvPr/>
          </p:nvSpPr>
          <p:spPr>
            <a:xfrm>
              <a:off x="4305382" y="4942690"/>
              <a:ext cx="906698" cy="218881"/>
            </a:xfrm>
            <a:prstGeom prst="round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solidFill>
                    <a:schemeClr val="tx1"/>
                  </a:solidFill>
                </a:rPr>
                <a:t>I2C0_SDA</a:t>
              </a:r>
            </a:p>
          </p:txBody>
        </p:sp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479EB823-3CD5-0E2D-2548-66D9344C98AB}"/>
                </a:ext>
              </a:extLst>
            </p:cNvPr>
            <p:cNvSpPr/>
            <p:nvPr/>
          </p:nvSpPr>
          <p:spPr>
            <a:xfrm>
              <a:off x="4305382" y="5251586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IO11</a:t>
              </a:r>
            </a:p>
          </p:txBody>
        </p:sp>
        <p:sp>
          <p:nvSpPr>
            <p:cNvPr id="52" name="Rectangle: Rounded Corners 51">
              <a:extLst>
                <a:ext uri="{FF2B5EF4-FFF2-40B4-BE49-F238E27FC236}">
                  <a16:creationId xmlns:a16="http://schemas.microsoft.com/office/drawing/2014/main" id="{9B14B175-0A50-8122-8F94-4D00B00999F9}"/>
                </a:ext>
              </a:extLst>
            </p:cNvPr>
            <p:cNvSpPr/>
            <p:nvPr/>
          </p:nvSpPr>
          <p:spPr>
            <a:xfrm>
              <a:off x="4305382" y="5560482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IO12</a:t>
              </a:r>
            </a:p>
          </p:txBody>
        </p:sp>
        <p:sp>
          <p:nvSpPr>
            <p:cNvPr id="54" name="Rectangle: Rounded Corners 53">
              <a:extLst>
                <a:ext uri="{FF2B5EF4-FFF2-40B4-BE49-F238E27FC236}">
                  <a16:creationId xmlns:a16="http://schemas.microsoft.com/office/drawing/2014/main" id="{8B4C44EE-0C95-E59F-4920-C14A36C42259}"/>
                </a:ext>
              </a:extLst>
            </p:cNvPr>
            <p:cNvSpPr/>
            <p:nvPr/>
          </p:nvSpPr>
          <p:spPr>
            <a:xfrm>
              <a:off x="4305382" y="5869376"/>
              <a:ext cx="906698" cy="218881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GND</a:t>
              </a:r>
            </a:p>
          </p:txBody>
        </p: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80542446-0803-9439-6543-6E59FECF248C}"/>
                </a:ext>
              </a:extLst>
            </p:cNvPr>
            <p:cNvCxnSpPr>
              <a:cxnSpLocks/>
              <a:endCxn id="22" idx="1"/>
            </p:cNvCxnSpPr>
            <p:nvPr/>
          </p:nvCxnSpPr>
          <p:spPr>
            <a:xfrm>
              <a:off x="3066763" y="1036197"/>
              <a:ext cx="1240176" cy="286"/>
            </a:xfrm>
            <a:prstGeom prst="line">
              <a:avLst/>
            </a:prstGeom>
            <a:ln w="57150">
              <a:solidFill>
                <a:srgbClr val="FFFF00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96C20AFD-BECB-E4BD-792F-FC79C6C1620D}"/>
                </a:ext>
              </a:extLst>
            </p:cNvPr>
            <p:cNvCxnSpPr>
              <a:cxnSpLocks/>
            </p:cNvCxnSpPr>
            <p:nvPr/>
          </p:nvCxnSpPr>
          <p:spPr>
            <a:xfrm>
              <a:off x="3066763" y="1344806"/>
              <a:ext cx="1240176" cy="286"/>
            </a:xfrm>
            <a:prstGeom prst="line">
              <a:avLst/>
            </a:prstGeom>
            <a:ln w="57150">
              <a:solidFill>
                <a:schemeClr val="tx1"/>
              </a:solidFill>
              <a:head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1" name="Rectangle: Rounded Corners 80">
              <a:extLst>
                <a:ext uri="{FF2B5EF4-FFF2-40B4-BE49-F238E27FC236}">
                  <a16:creationId xmlns:a16="http://schemas.microsoft.com/office/drawing/2014/main" id="{6BA7AD22-0DE7-1FBF-9E14-E8F831DACF75}"/>
                </a:ext>
              </a:extLst>
            </p:cNvPr>
            <p:cNvSpPr/>
            <p:nvPr/>
          </p:nvSpPr>
          <p:spPr>
            <a:xfrm>
              <a:off x="5478862" y="1853157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TOUCH1</a:t>
              </a:r>
            </a:p>
          </p:txBody>
        </p:sp>
        <p:sp>
          <p:nvSpPr>
            <p:cNvPr id="82" name="Rectangle: Rounded Corners 81">
              <a:extLst>
                <a:ext uri="{FF2B5EF4-FFF2-40B4-BE49-F238E27FC236}">
                  <a16:creationId xmlns:a16="http://schemas.microsoft.com/office/drawing/2014/main" id="{9B6B5A4B-D864-6800-0F95-67C31BC4BBD8}"/>
                </a:ext>
              </a:extLst>
            </p:cNvPr>
            <p:cNvSpPr/>
            <p:nvPr/>
          </p:nvSpPr>
          <p:spPr>
            <a:xfrm>
              <a:off x="5477305" y="2162053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TOUCH2</a:t>
              </a:r>
            </a:p>
          </p:txBody>
        </p:sp>
        <p:sp>
          <p:nvSpPr>
            <p:cNvPr id="83" name="Rectangle: Rounded Corners 82">
              <a:extLst>
                <a:ext uri="{FF2B5EF4-FFF2-40B4-BE49-F238E27FC236}">
                  <a16:creationId xmlns:a16="http://schemas.microsoft.com/office/drawing/2014/main" id="{7E8D2AD7-EBC2-C900-5050-5F8BFC39FF0E}"/>
                </a:ext>
              </a:extLst>
            </p:cNvPr>
            <p:cNvSpPr/>
            <p:nvPr/>
          </p:nvSpPr>
          <p:spPr>
            <a:xfrm>
              <a:off x="5477305" y="2470949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TOUCH3</a:t>
              </a:r>
            </a:p>
          </p:txBody>
        </p:sp>
        <p:sp>
          <p:nvSpPr>
            <p:cNvPr id="84" name="Rectangle: Rounded Corners 83">
              <a:extLst>
                <a:ext uri="{FF2B5EF4-FFF2-40B4-BE49-F238E27FC236}">
                  <a16:creationId xmlns:a16="http://schemas.microsoft.com/office/drawing/2014/main" id="{BE390C53-FD2B-A845-6EC2-8CF5342783AC}"/>
                </a:ext>
              </a:extLst>
            </p:cNvPr>
            <p:cNvSpPr/>
            <p:nvPr/>
          </p:nvSpPr>
          <p:spPr>
            <a:xfrm>
              <a:off x="5477305" y="2779845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TOUCH4</a:t>
              </a:r>
            </a:p>
          </p:txBody>
        </p:sp>
        <p:sp>
          <p:nvSpPr>
            <p:cNvPr id="85" name="Rectangle: Rounded Corners 84">
              <a:extLst>
                <a:ext uri="{FF2B5EF4-FFF2-40B4-BE49-F238E27FC236}">
                  <a16:creationId xmlns:a16="http://schemas.microsoft.com/office/drawing/2014/main" id="{178232EA-F9CD-8394-1CBB-46532F4D8ECA}"/>
                </a:ext>
              </a:extLst>
            </p:cNvPr>
            <p:cNvSpPr/>
            <p:nvPr/>
          </p:nvSpPr>
          <p:spPr>
            <a:xfrm>
              <a:off x="5477305" y="3088741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TOUCH5</a:t>
              </a:r>
            </a:p>
          </p:txBody>
        </p:sp>
        <p:sp>
          <p:nvSpPr>
            <p:cNvPr id="86" name="Rectangle: Rounded Corners 85">
              <a:extLst>
                <a:ext uri="{FF2B5EF4-FFF2-40B4-BE49-F238E27FC236}">
                  <a16:creationId xmlns:a16="http://schemas.microsoft.com/office/drawing/2014/main" id="{CDE4D394-BE8A-DE6E-6602-158D099426AF}"/>
                </a:ext>
              </a:extLst>
            </p:cNvPr>
            <p:cNvSpPr/>
            <p:nvPr/>
          </p:nvSpPr>
          <p:spPr>
            <a:xfrm>
              <a:off x="6649228" y="3398210"/>
              <a:ext cx="906698" cy="218881"/>
            </a:xfrm>
            <a:prstGeom prst="round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UART1_TX</a:t>
              </a:r>
            </a:p>
          </p:txBody>
        </p:sp>
        <p:sp>
          <p:nvSpPr>
            <p:cNvPr id="87" name="Rectangle: Rounded Corners 86">
              <a:extLst>
                <a:ext uri="{FF2B5EF4-FFF2-40B4-BE49-F238E27FC236}">
                  <a16:creationId xmlns:a16="http://schemas.microsoft.com/office/drawing/2014/main" id="{CDA2847F-B12E-C0A3-023D-746424DCA8D6}"/>
                </a:ext>
              </a:extLst>
            </p:cNvPr>
            <p:cNvSpPr/>
            <p:nvPr/>
          </p:nvSpPr>
          <p:spPr>
            <a:xfrm>
              <a:off x="5481811" y="3706533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IO33</a:t>
              </a:r>
            </a:p>
          </p:txBody>
        </p:sp>
        <p:sp>
          <p:nvSpPr>
            <p:cNvPr id="88" name="Rectangle: Rounded Corners 87">
              <a:extLst>
                <a:ext uri="{FF2B5EF4-FFF2-40B4-BE49-F238E27FC236}">
                  <a16:creationId xmlns:a16="http://schemas.microsoft.com/office/drawing/2014/main" id="{8CBA15E5-FE79-59E0-E805-2085CB6CA4F7}"/>
                </a:ext>
              </a:extLst>
            </p:cNvPr>
            <p:cNvSpPr/>
            <p:nvPr/>
          </p:nvSpPr>
          <p:spPr>
            <a:xfrm>
              <a:off x="5477305" y="4015429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IO36</a:t>
              </a:r>
            </a:p>
          </p:txBody>
        </p:sp>
        <p:sp>
          <p:nvSpPr>
            <p:cNvPr id="89" name="Rectangle: Rounded Corners 88">
              <a:extLst>
                <a:ext uri="{FF2B5EF4-FFF2-40B4-BE49-F238E27FC236}">
                  <a16:creationId xmlns:a16="http://schemas.microsoft.com/office/drawing/2014/main" id="{A72F8232-AFC1-7698-2F19-7C3E0DE8B761}"/>
                </a:ext>
              </a:extLst>
            </p:cNvPr>
            <p:cNvSpPr/>
            <p:nvPr/>
          </p:nvSpPr>
          <p:spPr>
            <a:xfrm>
              <a:off x="5477305" y="4324325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IO32</a:t>
              </a:r>
            </a:p>
          </p:txBody>
        </p:sp>
        <p:sp>
          <p:nvSpPr>
            <p:cNvPr id="90" name="Rectangle: Rounded Corners 89">
              <a:extLst>
                <a:ext uri="{FF2B5EF4-FFF2-40B4-BE49-F238E27FC236}">
                  <a16:creationId xmlns:a16="http://schemas.microsoft.com/office/drawing/2014/main" id="{58EA5D65-AE48-B827-5D5E-20A633A6E5C4}"/>
                </a:ext>
              </a:extLst>
            </p:cNvPr>
            <p:cNvSpPr/>
            <p:nvPr/>
          </p:nvSpPr>
          <p:spPr>
            <a:xfrm>
              <a:off x="5477305" y="4633221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IO8</a:t>
              </a:r>
            </a:p>
          </p:txBody>
        </p:sp>
        <p:sp>
          <p:nvSpPr>
            <p:cNvPr id="91" name="Rectangle: Rounded Corners 90">
              <a:extLst>
                <a:ext uri="{FF2B5EF4-FFF2-40B4-BE49-F238E27FC236}">
                  <a16:creationId xmlns:a16="http://schemas.microsoft.com/office/drawing/2014/main" id="{0566615B-5320-0C8F-17FB-1ECCC874C2DA}"/>
                </a:ext>
              </a:extLst>
            </p:cNvPr>
            <p:cNvSpPr/>
            <p:nvPr/>
          </p:nvSpPr>
          <p:spPr>
            <a:xfrm>
              <a:off x="5477305" y="4942117"/>
              <a:ext cx="906698" cy="218881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IO7</a:t>
              </a:r>
            </a:p>
          </p:txBody>
        </p:sp>
        <p:sp>
          <p:nvSpPr>
            <p:cNvPr id="92" name="Rectangle: Rounded Corners 91">
              <a:extLst>
                <a:ext uri="{FF2B5EF4-FFF2-40B4-BE49-F238E27FC236}">
                  <a16:creationId xmlns:a16="http://schemas.microsoft.com/office/drawing/2014/main" id="{204DF7BD-8BF8-C16C-B87F-3703E5285527}"/>
                </a:ext>
              </a:extLst>
            </p:cNvPr>
            <p:cNvSpPr/>
            <p:nvPr/>
          </p:nvSpPr>
          <p:spPr>
            <a:xfrm>
              <a:off x="6649228" y="5251586"/>
              <a:ext cx="906698" cy="218881"/>
            </a:xfrm>
            <a:prstGeom prst="roundRect">
              <a:avLst/>
            </a:prstGeom>
            <a:solidFill>
              <a:srgbClr val="FF00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UART1_RX</a:t>
              </a:r>
            </a:p>
          </p:txBody>
        </p:sp>
        <p:sp>
          <p:nvSpPr>
            <p:cNvPr id="93" name="Rectangle: Rounded Corners 92">
              <a:extLst>
                <a:ext uri="{FF2B5EF4-FFF2-40B4-BE49-F238E27FC236}">
                  <a16:creationId xmlns:a16="http://schemas.microsoft.com/office/drawing/2014/main" id="{6DE29A8B-F6A6-3D00-6D63-5832E17B5403}"/>
                </a:ext>
              </a:extLst>
            </p:cNvPr>
            <p:cNvSpPr/>
            <p:nvPr/>
          </p:nvSpPr>
          <p:spPr>
            <a:xfrm>
              <a:off x="5477305" y="5559909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TOUCH11</a:t>
              </a:r>
            </a:p>
          </p:txBody>
        </p:sp>
        <p:sp>
          <p:nvSpPr>
            <p:cNvPr id="104" name="Rectangle: Rounded Corners 103">
              <a:extLst>
                <a:ext uri="{FF2B5EF4-FFF2-40B4-BE49-F238E27FC236}">
                  <a16:creationId xmlns:a16="http://schemas.microsoft.com/office/drawing/2014/main" id="{9FB93DCA-E9A4-4196-5BE3-79B7D0B222B4}"/>
                </a:ext>
              </a:extLst>
            </p:cNvPr>
            <p:cNvSpPr/>
            <p:nvPr/>
          </p:nvSpPr>
          <p:spPr>
            <a:xfrm>
              <a:off x="5477305" y="5252574"/>
              <a:ext cx="906698" cy="218881"/>
            </a:xfrm>
            <a:prstGeom prst="roundRect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000" dirty="0"/>
                <a:t>TOUCH10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06299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5B25D-B5C4-E176-54D9-220460C1855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82" b="4148"/>
          <a:stretch/>
        </p:blipFill>
        <p:spPr>
          <a:xfrm>
            <a:off x="1156092" y="224705"/>
            <a:ext cx="9450684" cy="6408590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5B7BCC7-2A12-E07F-7ED9-E57CF23A174A}"/>
              </a:ext>
            </a:extLst>
          </p:cNvPr>
          <p:cNvCxnSpPr/>
          <p:nvPr/>
        </p:nvCxnSpPr>
        <p:spPr>
          <a:xfrm flipH="1">
            <a:off x="1830413" y="2444902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7F12A22-9EEA-F825-2327-4137FDC2D132}"/>
              </a:ext>
            </a:extLst>
          </p:cNvPr>
          <p:cNvCxnSpPr/>
          <p:nvPr/>
        </p:nvCxnSpPr>
        <p:spPr>
          <a:xfrm flipH="1">
            <a:off x="1830413" y="3427892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1A114A-52E2-A3A0-F64D-41104C434587}"/>
              </a:ext>
            </a:extLst>
          </p:cNvPr>
          <p:cNvCxnSpPr/>
          <p:nvPr/>
        </p:nvCxnSpPr>
        <p:spPr>
          <a:xfrm flipH="1">
            <a:off x="1830413" y="4330154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44A58B4-3859-704D-958B-CB375329E1DF}"/>
              </a:ext>
            </a:extLst>
          </p:cNvPr>
          <p:cNvCxnSpPr>
            <a:cxnSpLocks/>
          </p:cNvCxnSpPr>
          <p:nvPr/>
        </p:nvCxnSpPr>
        <p:spPr>
          <a:xfrm>
            <a:off x="9020013" y="4453621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100AE2F-CD53-A129-FEC3-0FF9BFE5E8B7}"/>
              </a:ext>
            </a:extLst>
          </p:cNvPr>
          <p:cNvCxnSpPr>
            <a:cxnSpLocks/>
          </p:cNvCxnSpPr>
          <p:nvPr/>
        </p:nvCxnSpPr>
        <p:spPr>
          <a:xfrm>
            <a:off x="9020013" y="3361410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FB94FA-6F1D-7E4F-C022-841958CAF655}"/>
              </a:ext>
            </a:extLst>
          </p:cNvPr>
          <p:cNvCxnSpPr>
            <a:cxnSpLocks/>
          </p:cNvCxnSpPr>
          <p:nvPr/>
        </p:nvCxnSpPr>
        <p:spPr>
          <a:xfrm>
            <a:off x="9020013" y="2573118"/>
            <a:ext cx="1073216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C045EBEF-4E2B-E0C6-D014-1CD24EBD8AA9}"/>
              </a:ext>
            </a:extLst>
          </p:cNvPr>
          <p:cNvSpPr/>
          <p:nvPr/>
        </p:nvSpPr>
        <p:spPr>
          <a:xfrm>
            <a:off x="1830413" y="3803043"/>
            <a:ext cx="2611810" cy="1367638"/>
          </a:xfrm>
          <a:custGeom>
            <a:avLst/>
            <a:gdLst>
              <a:gd name="connsiteX0" fmla="*/ 2733040 w 2733040"/>
              <a:gd name="connsiteY0" fmla="*/ 0 h 1645920"/>
              <a:gd name="connsiteX1" fmla="*/ 2733040 w 2733040"/>
              <a:gd name="connsiteY1" fmla="*/ 1645920 h 1645920"/>
              <a:gd name="connsiteX2" fmla="*/ 0 w 273304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040" h="1645920">
                <a:moveTo>
                  <a:pt x="2733040" y="0"/>
                </a:moveTo>
                <a:lnTo>
                  <a:pt x="2733040" y="1645920"/>
                </a:lnTo>
                <a:lnTo>
                  <a:pt x="0" y="16459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60A61A2-F8CE-4D8D-D7FB-5C450530FD43}"/>
              </a:ext>
            </a:extLst>
          </p:cNvPr>
          <p:cNvSpPr/>
          <p:nvPr/>
        </p:nvSpPr>
        <p:spPr>
          <a:xfrm flipH="1">
            <a:off x="5543932" y="3494376"/>
            <a:ext cx="4549297" cy="1676305"/>
          </a:xfrm>
          <a:custGeom>
            <a:avLst/>
            <a:gdLst>
              <a:gd name="connsiteX0" fmla="*/ 2733040 w 2733040"/>
              <a:gd name="connsiteY0" fmla="*/ 0 h 1645920"/>
              <a:gd name="connsiteX1" fmla="*/ 2733040 w 2733040"/>
              <a:gd name="connsiteY1" fmla="*/ 1645920 h 1645920"/>
              <a:gd name="connsiteX2" fmla="*/ 0 w 273304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040" h="1645920">
                <a:moveTo>
                  <a:pt x="2733040" y="0"/>
                </a:moveTo>
                <a:lnTo>
                  <a:pt x="2733040" y="1645920"/>
                </a:lnTo>
                <a:lnTo>
                  <a:pt x="0" y="16459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AB64E214-7337-A8F7-E31D-E2F4C2585EDA}"/>
              </a:ext>
            </a:extLst>
          </p:cNvPr>
          <p:cNvSpPr/>
          <p:nvPr/>
        </p:nvSpPr>
        <p:spPr>
          <a:xfrm flipH="1" flipV="1">
            <a:off x="5971319" y="2102992"/>
            <a:ext cx="4121910" cy="531858"/>
          </a:xfrm>
          <a:custGeom>
            <a:avLst/>
            <a:gdLst>
              <a:gd name="connsiteX0" fmla="*/ 2733040 w 2733040"/>
              <a:gd name="connsiteY0" fmla="*/ 0 h 1645920"/>
              <a:gd name="connsiteX1" fmla="*/ 2733040 w 2733040"/>
              <a:gd name="connsiteY1" fmla="*/ 1645920 h 1645920"/>
              <a:gd name="connsiteX2" fmla="*/ 0 w 2733040"/>
              <a:gd name="connsiteY2" fmla="*/ 1645920 h 1645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33040" h="1645920">
                <a:moveTo>
                  <a:pt x="2733040" y="0"/>
                </a:moveTo>
                <a:lnTo>
                  <a:pt x="2733040" y="1645920"/>
                </a:lnTo>
                <a:lnTo>
                  <a:pt x="0" y="16459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AB24091-0389-D653-C317-8F00BD12FE03}"/>
              </a:ext>
            </a:extLst>
          </p:cNvPr>
          <p:cNvCxnSpPr>
            <a:cxnSpLocks/>
          </p:cNvCxnSpPr>
          <p:nvPr/>
        </p:nvCxnSpPr>
        <p:spPr>
          <a:xfrm flipH="1">
            <a:off x="1830413" y="1808570"/>
            <a:ext cx="3001207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A334F556-141B-565F-3AEC-95C0975044CB}"/>
              </a:ext>
            </a:extLst>
          </p:cNvPr>
          <p:cNvCxnSpPr>
            <a:cxnSpLocks/>
          </p:cNvCxnSpPr>
          <p:nvPr/>
        </p:nvCxnSpPr>
        <p:spPr>
          <a:xfrm flipH="1">
            <a:off x="1830413" y="2872289"/>
            <a:ext cx="2241408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4C680DC-C484-CCB5-DBCA-FEF32868D778}"/>
              </a:ext>
            </a:extLst>
          </p:cNvPr>
          <p:cNvSpPr txBox="1"/>
          <p:nvPr/>
        </p:nvSpPr>
        <p:spPr>
          <a:xfrm>
            <a:off x="284480" y="1667519"/>
            <a:ext cx="154593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จุดต่ออุปกรณ์ภายนอก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EFF313-9E95-1573-6FCA-204487BC8E2E}"/>
              </a:ext>
            </a:extLst>
          </p:cNvPr>
          <p:cNvSpPr txBox="1"/>
          <p:nvPr/>
        </p:nvSpPr>
        <p:spPr>
          <a:xfrm>
            <a:off x="40386" y="2298266"/>
            <a:ext cx="179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ช่องอัพโหลดโค้ด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65F5F65-ABFE-3A8D-8103-DF0F0AC5C897}"/>
              </a:ext>
            </a:extLst>
          </p:cNvPr>
          <p:cNvSpPr txBox="1"/>
          <p:nvPr/>
        </p:nvSpPr>
        <p:spPr>
          <a:xfrm>
            <a:off x="40386" y="2737116"/>
            <a:ext cx="179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Kanit" pitchFamily="2" charset="-34"/>
                <a:cs typeface="Kanit" pitchFamily="2" charset="-34"/>
              </a:rPr>
              <a:t>LED </a:t>
            </a:r>
            <a:r>
              <a:rPr lang="th-TH" sz="1400" dirty="0">
                <a:latin typeface="Kanit" pitchFamily="2" charset="-34"/>
                <a:cs typeface="Kanit" pitchFamily="2" charset="-34"/>
              </a:rPr>
              <a:t>โปรแกรมได้อิสระ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07F9332-949D-33F4-CA46-8C9BA0FE5FDA}"/>
              </a:ext>
            </a:extLst>
          </p:cNvPr>
          <p:cNvSpPr txBox="1"/>
          <p:nvPr/>
        </p:nvSpPr>
        <p:spPr>
          <a:xfrm>
            <a:off x="40386" y="3303620"/>
            <a:ext cx="179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จุดต่ออุปกรณ์ 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USB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D14901-B865-DE25-E69A-BE5C3DA30412}"/>
              </a:ext>
            </a:extLst>
          </p:cNvPr>
          <p:cNvSpPr txBox="1"/>
          <p:nvPr/>
        </p:nvSpPr>
        <p:spPr>
          <a:xfrm>
            <a:off x="40386" y="4213819"/>
            <a:ext cx="17900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จุดต่ออุปกรณ์ 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Grove / I2C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5C40AD-CF19-E6ED-887D-ADDCB6EEC590}"/>
              </a:ext>
            </a:extLst>
          </p:cNvPr>
          <p:cNvSpPr txBox="1"/>
          <p:nvPr/>
        </p:nvSpPr>
        <p:spPr>
          <a:xfrm>
            <a:off x="40386" y="5042465"/>
            <a:ext cx="179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จุดต่อลำโพง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657D967-A09F-CDF5-7F62-24692FC531CB}"/>
              </a:ext>
            </a:extLst>
          </p:cNvPr>
          <p:cNvSpPr txBox="1"/>
          <p:nvPr/>
        </p:nvSpPr>
        <p:spPr>
          <a:xfrm>
            <a:off x="10093229" y="5040108"/>
            <a:ext cx="214607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Kanit" pitchFamily="2" charset="-34"/>
                <a:cs typeface="Kanit" pitchFamily="2" charset="-34"/>
              </a:rPr>
              <a:t>ESP32-P4 + ESP32-C6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C78E790-B05B-9978-B4CA-E5CBF4A2AA39}"/>
              </a:ext>
            </a:extLst>
          </p:cNvPr>
          <p:cNvSpPr txBox="1"/>
          <p:nvPr/>
        </p:nvSpPr>
        <p:spPr>
          <a:xfrm>
            <a:off x="10093229" y="4323046"/>
            <a:ext cx="2271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Kanit" pitchFamily="2" charset="-34"/>
                <a:cs typeface="Kanit" pitchFamily="2" charset="-34"/>
              </a:rPr>
              <a:t>ช่องเสียบ 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Micro SD Card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C7608CF-50C9-E0E0-B883-21AE1269C1A1}"/>
              </a:ext>
            </a:extLst>
          </p:cNvPr>
          <p:cNvSpPr txBox="1"/>
          <p:nvPr/>
        </p:nvSpPr>
        <p:spPr>
          <a:xfrm>
            <a:off x="10089504" y="3234395"/>
            <a:ext cx="2271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จุดต่อไฟเลี้ยง 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DC Plug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96F07DC-CDB8-E7CC-AB89-EE088E7AB5B2}"/>
              </a:ext>
            </a:extLst>
          </p:cNvPr>
          <p:cNvSpPr txBox="1"/>
          <p:nvPr/>
        </p:nvSpPr>
        <p:spPr>
          <a:xfrm>
            <a:off x="10093229" y="2455017"/>
            <a:ext cx="2271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จุดต่อไฟเลี้ยง </a:t>
            </a:r>
            <a:r>
              <a:rPr lang="en-US" sz="1400" dirty="0">
                <a:latin typeface="Kanit" pitchFamily="2" charset="-34"/>
                <a:cs typeface="Kanit" pitchFamily="2" charset="-34"/>
              </a:rPr>
              <a:t>JST 2.5 mm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CDDF51B-4F0B-4D99-0632-7E693A805851}"/>
              </a:ext>
            </a:extLst>
          </p:cNvPr>
          <p:cNvSpPr txBox="1"/>
          <p:nvPr/>
        </p:nvSpPr>
        <p:spPr>
          <a:xfrm>
            <a:off x="10089503" y="1948980"/>
            <a:ext cx="22714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1400" dirty="0">
                <a:latin typeface="Kanit" pitchFamily="2" charset="-34"/>
                <a:cs typeface="Kanit" pitchFamily="2" charset="-34"/>
              </a:rPr>
              <a:t>จุดต่อเสาอากาศ </a:t>
            </a:r>
            <a:r>
              <a:rPr lang="en-US" sz="1400" dirty="0" err="1">
                <a:latin typeface="Kanit" pitchFamily="2" charset="-34"/>
                <a:cs typeface="Kanit" pitchFamily="2" charset="-34"/>
              </a:rPr>
              <a:t>WiFi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F9E52CAA-687D-AA5F-BAA6-08DD8E2F27B4}"/>
              </a:ext>
            </a:extLst>
          </p:cNvPr>
          <p:cNvSpPr/>
          <p:nvPr/>
        </p:nvSpPr>
        <p:spPr>
          <a:xfrm>
            <a:off x="1830413" y="3081234"/>
            <a:ext cx="2589187" cy="731872"/>
          </a:xfrm>
          <a:custGeom>
            <a:avLst/>
            <a:gdLst>
              <a:gd name="connsiteX0" fmla="*/ 2550160 w 2550160"/>
              <a:gd name="connsiteY0" fmla="*/ 0 h 833120"/>
              <a:gd name="connsiteX1" fmla="*/ 2550160 w 2550160"/>
              <a:gd name="connsiteY1" fmla="*/ 314960 h 833120"/>
              <a:gd name="connsiteX2" fmla="*/ 1778000 w 2550160"/>
              <a:gd name="connsiteY2" fmla="*/ 314960 h 833120"/>
              <a:gd name="connsiteX3" fmla="*/ 1778000 w 2550160"/>
              <a:gd name="connsiteY3" fmla="*/ 833120 h 833120"/>
              <a:gd name="connsiteX4" fmla="*/ 0 w 2550160"/>
              <a:gd name="connsiteY4" fmla="*/ 833120 h 8331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160" h="833120">
                <a:moveTo>
                  <a:pt x="2550160" y="0"/>
                </a:moveTo>
                <a:lnTo>
                  <a:pt x="2550160" y="314960"/>
                </a:lnTo>
                <a:lnTo>
                  <a:pt x="1778000" y="314960"/>
                </a:lnTo>
                <a:lnTo>
                  <a:pt x="1778000" y="833120"/>
                </a:lnTo>
                <a:lnTo>
                  <a:pt x="0" y="833120"/>
                </a:lnTo>
              </a:path>
            </a:pathLst>
          </a:custGeom>
          <a:noFill/>
          <a:ln w="38100">
            <a:solidFill>
              <a:srgbClr val="FF000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0114190-2AD4-1FBF-786A-707AC6C38BAD}"/>
              </a:ext>
            </a:extLst>
          </p:cNvPr>
          <p:cNvSpPr txBox="1"/>
          <p:nvPr/>
        </p:nvSpPr>
        <p:spPr>
          <a:xfrm>
            <a:off x="40386" y="3661578"/>
            <a:ext cx="179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สวิตช์โปรแกรมได้อิสระ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472535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Picture 33">
            <a:extLst>
              <a:ext uri="{FF2B5EF4-FFF2-40B4-BE49-F238E27FC236}">
                <a16:creationId xmlns:a16="http://schemas.microsoft.com/office/drawing/2014/main" id="{91D86CB0-37C6-FAA3-20B9-ED6F0790D7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1865" y="823286"/>
            <a:ext cx="7548270" cy="5211427"/>
          </a:xfrm>
          <a:prstGeom prst="rect">
            <a:avLst/>
          </a:prstGeom>
        </p:spPr>
      </p:pic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2A18D6C-171C-B299-C722-055AF99036CD}"/>
              </a:ext>
            </a:extLst>
          </p:cNvPr>
          <p:cNvCxnSpPr>
            <a:cxnSpLocks/>
          </p:cNvCxnSpPr>
          <p:nvPr/>
        </p:nvCxnSpPr>
        <p:spPr>
          <a:xfrm flipH="1">
            <a:off x="1830413" y="2872289"/>
            <a:ext cx="2241408" cy="0"/>
          </a:xfrm>
          <a:prstGeom prst="line">
            <a:avLst/>
          </a:prstGeom>
          <a:ln w="38100">
            <a:solidFill>
              <a:srgbClr val="FF000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6C3B64F-4A27-8FFE-C4AC-BC13CDF0019F}"/>
              </a:ext>
            </a:extLst>
          </p:cNvPr>
          <p:cNvSpPr txBox="1"/>
          <p:nvPr/>
        </p:nvSpPr>
        <p:spPr>
          <a:xfrm>
            <a:off x="40386" y="2737116"/>
            <a:ext cx="17900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h-TH" sz="1400" dirty="0">
                <a:latin typeface="Kanit" pitchFamily="2" charset="-34"/>
                <a:cs typeface="Kanit" pitchFamily="2" charset="-34"/>
              </a:rPr>
              <a:t>หน้าจอขนาด 5 นิ้ว</a:t>
            </a:r>
            <a:endParaRPr lang="en-US" sz="1400" dirty="0">
              <a:latin typeface="Kanit" pitchFamily="2" charset="-34"/>
              <a:cs typeface="Kanit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6692833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Straight Connector 90">
            <a:extLst>
              <a:ext uri="{FF2B5EF4-FFF2-40B4-BE49-F238E27FC236}">
                <a16:creationId xmlns:a16="http://schemas.microsoft.com/office/drawing/2014/main" id="{4EE41A07-E68A-7546-6616-6E7C7E5FBA9E}"/>
              </a:ext>
            </a:extLst>
          </p:cNvPr>
          <p:cNvCxnSpPr/>
          <p:nvPr/>
        </p:nvCxnSpPr>
        <p:spPr>
          <a:xfrm>
            <a:off x="6654588" y="4383110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>
            <a:extLst>
              <a:ext uri="{FF2B5EF4-FFF2-40B4-BE49-F238E27FC236}">
                <a16:creationId xmlns:a16="http://schemas.microsoft.com/office/drawing/2014/main" id="{E8A52E39-128A-0F66-3872-48C7DFEE4FE0}"/>
              </a:ext>
            </a:extLst>
          </p:cNvPr>
          <p:cNvCxnSpPr/>
          <p:nvPr/>
        </p:nvCxnSpPr>
        <p:spPr>
          <a:xfrm>
            <a:off x="6654587" y="4605493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4D78B900-CF80-6A58-88C6-901B50B17D90}"/>
              </a:ext>
            </a:extLst>
          </p:cNvPr>
          <p:cNvCxnSpPr/>
          <p:nvPr/>
        </p:nvCxnSpPr>
        <p:spPr>
          <a:xfrm>
            <a:off x="6664819" y="417908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58C39A7E-1CAC-D0F3-4387-8B30A7487AB4}"/>
              </a:ext>
            </a:extLst>
          </p:cNvPr>
          <p:cNvCxnSpPr/>
          <p:nvPr/>
        </p:nvCxnSpPr>
        <p:spPr>
          <a:xfrm>
            <a:off x="6664819" y="3347955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40DCB37-493F-46A9-2CEA-F0839DA378FB}"/>
              </a:ext>
            </a:extLst>
          </p:cNvPr>
          <p:cNvCxnSpPr>
            <a:cxnSpLocks/>
          </p:cNvCxnSpPr>
          <p:nvPr/>
        </p:nvCxnSpPr>
        <p:spPr>
          <a:xfrm>
            <a:off x="6664820" y="5404310"/>
            <a:ext cx="2265774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E56395D-B929-44D8-08FC-2897FE53093E}"/>
              </a:ext>
            </a:extLst>
          </p:cNvPr>
          <p:cNvCxnSpPr>
            <a:cxnSpLocks/>
          </p:cNvCxnSpPr>
          <p:nvPr/>
        </p:nvCxnSpPr>
        <p:spPr>
          <a:xfrm>
            <a:off x="6664819" y="5593673"/>
            <a:ext cx="2265775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BB485A7-B7E3-06A7-6219-BBA391A21989}"/>
              </a:ext>
            </a:extLst>
          </p:cNvPr>
          <p:cNvCxnSpPr>
            <a:cxnSpLocks/>
          </p:cNvCxnSpPr>
          <p:nvPr/>
        </p:nvCxnSpPr>
        <p:spPr>
          <a:xfrm>
            <a:off x="4057852" y="5257955"/>
            <a:ext cx="956737" cy="0"/>
          </a:xfrm>
          <a:prstGeom prst="line">
            <a:avLst/>
          </a:prstGeom>
          <a:ln w="38100">
            <a:solidFill>
              <a:srgbClr val="00B050"/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6375E44-6B89-00F1-5C04-6561B655BC3E}"/>
              </a:ext>
            </a:extLst>
          </p:cNvPr>
          <p:cNvCxnSpPr>
            <a:cxnSpLocks/>
          </p:cNvCxnSpPr>
          <p:nvPr/>
        </p:nvCxnSpPr>
        <p:spPr>
          <a:xfrm>
            <a:off x="4026130" y="4644142"/>
            <a:ext cx="956737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Arrow: Right 6">
            <a:extLst>
              <a:ext uri="{FF2B5EF4-FFF2-40B4-BE49-F238E27FC236}">
                <a16:creationId xmlns:a16="http://schemas.microsoft.com/office/drawing/2014/main" id="{066AFBA5-C134-36AC-DDB3-2B7F0FEA0213}"/>
              </a:ext>
            </a:extLst>
          </p:cNvPr>
          <p:cNvSpPr/>
          <p:nvPr/>
        </p:nvSpPr>
        <p:spPr>
          <a:xfrm rot="10800000">
            <a:off x="2433475" y="3741165"/>
            <a:ext cx="449964" cy="231675"/>
          </a:xfrm>
          <a:prstGeom prst="rightArrow">
            <a:avLst/>
          </a:prstGeom>
          <a:solidFill>
            <a:srgbClr val="BFB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7A4A49C-16FC-E9A6-3A4E-819DA5C91114}"/>
              </a:ext>
            </a:extLst>
          </p:cNvPr>
          <p:cNvCxnSpPr/>
          <p:nvPr/>
        </p:nvCxnSpPr>
        <p:spPr>
          <a:xfrm>
            <a:off x="4061984" y="3517814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D6DC4FB-C1E1-1ACA-C89F-088EF97ADA21}"/>
              </a:ext>
            </a:extLst>
          </p:cNvPr>
          <p:cNvCxnSpPr/>
          <p:nvPr/>
        </p:nvCxnSpPr>
        <p:spPr>
          <a:xfrm>
            <a:off x="4061983" y="3721014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F73820-9353-3C37-6D75-67CB36D261F6}"/>
              </a:ext>
            </a:extLst>
          </p:cNvPr>
          <p:cNvCxnSpPr/>
          <p:nvPr/>
        </p:nvCxnSpPr>
        <p:spPr>
          <a:xfrm>
            <a:off x="4061982" y="3951017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DA2DF8E-3356-BEFD-666A-B2E4BCB343E4}"/>
              </a:ext>
            </a:extLst>
          </p:cNvPr>
          <p:cNvCxnSpPr/>
          <p:nvPr/>
        </p:nvCxnSpPr>
        <p:spPr>
          <a:xfrm>
            <a:off x="6664820" y="4807925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F1153FB-52B8-6ABD-0695-70D5483A93F4}"/>
              </a:ext>
            </a:extLst>
          </p:cNvPr>
          <p:cNvCxnSpPr/>
          <p:nvPr/>
        </p:nvCxnSpPr>
        <p:spPr>
          <a:xfrm>
            <a:off x="6664819" y="5037928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F6C552-AE2D-E8F8-B91A-6127682D11A2}"/>
              </a:ext>
            </a:extLst>
          </p:cNvPr>
          <p:cNvCxnSpPr/>
          <p:nvPr/>
        </p:nvCxnSpPr>
        <p:spPr>
          <a:xfrm>
            <a:off x="6654590" y="2702693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1804C3E-1A76-B33F-902F-B4F3A25A97AA}"/>
              </a:ext>
            </a:extLst>
          </p:cNvPr>
          <p:cNvCxnSpPr/>
          <p:nvPr/>
        </p:nvCxnSpPr>
        <p:spPr>
          <a:xfrm>
            <a:off x="6654589" y="2905893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37D8AD5-C0B1-9B36-6AD4-5E0A327F3A9D}"/>
              </a:ext>
            </a:extLst>
          </p:cNvPr>
          <p:cNvCxnSpPr/>
          <p:nvPr/>
        </p:nvCxnSpPr>
        <p:spPr>
          <a:xfrm>
            <a:off x="6654588" y="3135896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3F2D36-729F-65B2-16DA-88CCC6193879}"/>
              </a:ext>
            </a:extLst>
          </p:cNvPr>
          <p:cNvCxnSpPr>
            <a:cxnSpLocks/>
          </p:cNvCxnSpPr>
          <p:nvPr/>
        </p:nvCxnSpPr>
        <p:spPr>
          <a:xfrm>
            <a:off x="2220276" y="1708539"/>
            <a:ext cx="679349" cy="0"/>
          </a:xfrm>
          <a:prstGeom prst="line">
            <a:avLst/>
          </a:prstGeom>
          <a:ln w="762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F7F4F8C-865D-0A6D-0CFD-AA65C136335D}"/>
              </a:ext>
            </a:extLst>
          </p:cNvPr>
          <p:cNvCxnSpPr/>
          <p:nvPr/>
        </p:nvCxnSpPr>
        <p:spPr>
          <a:xfrm>
            <a:off x="4052927" y="162725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A2BB44F-E37D-467B-AA96-10970950AE11}"/>
              </a:ext>
            </a:extLst>
          </p:cNvPr>
          <p:cNvCxnSpPr/>
          <p:nvPr/>
        </p:nvCxnSpPr>
        <p:spPr>
          <a:xfrm>
            <a:off x="4052926" y="184569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663964B-DA58-53E9-40F6-92EA981AA1AE}"/>
              </a:ext>
            </a:extLst>
          </p:cNvPr>
          <p:cNvCxnSpPr/>
          <p:nvPr/>
        </p:nvCxnSpPr>
        <p:spPr>
          <a:xfrm>
            <a:off x="4052925" y="2060462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BBE3E51-B7B5-1F79-A3E5-62BD5372A51F}"/>
              </a:ext>
            </a:extLst>
          </p:cNvPr>
          <p:cNvCxnSpPr/>
          <p:nvPr/>
        </p:nvCxnSpPr>
        <p:spPr>
          <a:xfrm>
            <a:off x="4052924" y="2263662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F545B7A-77D7-2C8A-7902-63DC86E1CC55}"/>
              </a:ext>
            </a:extLst>
          </p:cNvPr>
          <p:cNvSpPr/>
          <p:nvPr/>
        </p:nvSpPr>
        <p:spPr>
          <a:xfrm>
            <a:off x="2899627" y="1423903"/>
            <a:ext cx="1153295" cy="1062916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5887C90-9AAB-D2C5-B322-6B225645D3F6}"/>
              </a:ext>
            </a:extLst>
          </p:cNvPr>
          <p:cNvSpPr txBox="1"/>
          <p:nvPr/>
        </p:nvSpPr>
        <p:spPr>
          <a:xfrm>
            <a:off x="2801839" y="1097206"/>
            <a:ext cx="177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i="0" dirty="0">
                <a:effectLst/>
              </a:rPr>
              <a:t>วงจรอัพโหลด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11A767-61E0-1C05-20B7-B46FE0DE5B9F}"/>
              </a:ext>
            </a:extLst>
          </p:cNvPr>
          <p:cNvSpPr txBox="1"/>
          <p:nvPr/>
        </p:nvSpPr>
        <p:spPr>
          <a:xfrm>
            <a:off x="3239615" y="1478307"/>
            <a:ext cx="81331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TX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BOOT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007E74E-8721-D9F8-00DD-997962FECBE8}"/>
              </a:ext>
            </a:extLst>
          </p:cNvPr>
          <p:cNvCxnSpPr/>
          <p:nvPr/>
        </p:nvCxnSpPr>
        <p:spPr>
          <a:xfrm>
            <a:off x="6654593" y="162725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861A4DC-5995-F726-5586-EA53EE8EAC1F}"/>
              </a:ext>
            </a:extLst>
          </p:cNvPr>
          <p:cNvCxnSpPr/>
          <p:nvPr/>
        </p:nvCxnSpPr>
        <p:spPr>
          <a:xfrm>
            <a:off x="6654592" y="183045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82845C5C-D722-B3F7-665C-AA4CC6F11897}"/>
              </a:ext>
            </a:extLst>
          </p:cNvPr>
          <p:cNvCxnSpPr/>
          <p:nvPr/>
        </p:nvCxnSpPr>
        <p:spPr>
          <a:xfrm>
            <a:off x="6654591" y="2060462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4A9A460-79FA-2DE5-6D47-CB4D65DA46A3}"/>
              </a:ext>
            </a:extLst>
          </p:cNvPr>
          <p:cNvCxnSpPr/>
          <p:nvPr/>
        </p:nvCxnSpPr>
        <p:spPr>
          <a:xfrm>
            <a:off x="6654590" y="2263662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701F541-B438-8A26-0630-386E3DECD544}"/>
              </a:ext>
            </a:extLst>
          </p:cNvPr>
          <p:cNvCxnSpPr/>
          <p:nvPr/>
        </p:nvCxnSpPr>
        <p:spPr>
          <a:xfrm>
            <a:off x="6654587" y="2486819"/>
            <a:ext cx="929943" cy="0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3756E317-813A-E643-3194-44EDACCBCD4D}"/>
              </a:ext>
            </a:extLst>
          </p:cNvPr>
          <p:cNvSpPr/>
          <p:nvPr/>
        </p:nvSpPr>
        <p:spPr>
          <a:xfrm>
            <a:off x="7584536" y="1401042"/>
            <a:ext cx="1371600" cy="2135567"/>
          </a:xfrm>
          <a:prstGeom prst="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8AAE52-F66C-F65E-B4C9-A0321139BDBF}"/>
              </a:ext>
            </a:extLst>
          </p:cNvPr>
          <p:cNvSpPr txBox="1"/>
          <p:nvPr/>
        </p:nvSpPr>
        <p:spPr>
          <a:xfrm>
            <a:off x="7584535" y="1475688"/>
            <a:ext cx="91971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Rx</a:t>
            </a:r>
          </a:p>
          <a:p>
            <a:r>
              <a:rPr lang="en-US" sz="1400" dirty="0">
                <a:solidFill>
                  <a:srgbClr val="00CC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Gx</a:t>
            </a:r>
          </a:p>
          <a:p>
            <a:r>
              <a:rPr lang="en-US" sz="1400" dirty="0">
                <a:solidFill>
                  <a:srgbClr val="0000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Bx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PCLK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HSYNC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VSYNC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SDA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9E5DCD3-4251-0D93-C71F-4668EEB41714}"/>
              </a:ext>
            </a:extLst>
          </p:cNvPr>
          <p:cNvSpPr txBox="1"/>
          <p:nvPr/>
        </p:nvSpPr>
        <p:spPr>
          <a:xfrm>
            <a:off x="7467903" y="1080479"/>
            <a:ext cx="16717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dirty="0">
                <a:solidFill>
                  <a:schemeClr val="tx1"/>
                </a:solidFill>
              </a:rPr>
              <a:t>หน้าจ</a:t>
            </a:r>
            <a:r>
              <a:rPr lang="th-TH" dirty="0"/>
              <a:t>อ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751C77C-B457-8033-276F-5026AA88D6CD}"/>
              </a:ext>
            </a:extLst>
          </p:cNvPr>
          <p:cNvSpPr/>
          <p:nvPr/>
        </p:nvSpPr>
        <p:spPr>
          <a:xfrm>
            <a:off x="4982867" y="1401043"/>
            <a:ext cx="1671725" cy="4419175"/>
          </a:xfrm>
          <a:prstGeom prst="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51F2A02-2885-D411-4832-DB1FDC067E4D}"/>
              </a:ext>
            </a:extLst>
          </p:cNvPr>
          <p:cNvSpPr txBox="1"/>
          <p:nvPr/>
        </p:nvSpPr>
        <p:spPr>
          <a:xfrm>
            <a:off x="4880219" y="1077780"/>
            <a:ext cx="1774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ESP32-P4</a:t>
            </a:r>
            <a:endParaRPr lang="en-US" b="1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49895FD-C2AA-00C4-19A0-23ABB8E62E74}"/>
              </a:ext>
            </a:extLst>
          </p:cNvPr>
          <p:cNvSpPr txBox="1"/>
          <p:nvPr/>
        </p:nvSpPr>
        <p:spPr>
          <a:xfrm>
            <a:off x="5450944" y="1475687"/>
            <a:ext cx="1166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49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-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53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6-31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</a:t>
            </a:r>
            <a:r>
              <a:rPr lang="th-TH" sz="1400" dirty="0">
                <a:latin typeface="Arial" panose="020B0604020202020204" pitchFamily="34" charset="0"/>
                <a:cs typeface="Arial" panose="020B0604020202020204" pitchFamily="34" charset="0"/>
              </a:rPr>
              <a:t>44-48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IO43</a:t>
            </a:r>
            <a:endParaRPr lang="th-TH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IO41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IO40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IO39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IO24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IO25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E6786BA-3C96-7463-A7F8-1ED458B4C2BA}"/>
              </a:ext>
            </a:extLst>
          </p:cNvPr>
          <p:cNvSpPr txBox="1"/>
          <p:nvPr/>
        </p:nvSpPr>
        <p:spPr>
          <a:xfrm>
            <a:off x="4970418" y="1480767"/>
            <a:ext cx="11663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RX0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TX0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EN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IO35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7B24373-A96D-D121-DB43-C34BD57715BB}"/>
              </a:ext>
            </a:extLst>
          </p:cNvPr>
          <p:cNvSpPr txBox="1"/>
          <p:nvPr/>
        </p:nvSpPr>
        <p:spPr>
          <a:xfrm>
            <a:off x="2899624" y="1475687"/>
            <a:ext cx="81331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D+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D-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B0F8903-F3D1-61A1-7FE7-714CAF850897}"/>
              </a:ext>
            </a:extLst>
          </p:cNvPr>
          <p:cNvGrpSpPr/>
          <p:nvPr/>
        </p:nvGrpSpPr>
        <p:grpSpPr>
          <a:xfrm>
            <a:off x="1904248" y="1114847"/>
            <a:ext cx="820518" cy="895112"/>
            <a:chOff x="1658023" y="1519588"/>
            <a:chExt cx="820518" cy="895112"/>
          </a:xfrm>
        </p:grpSpPr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C6E3AA11-EE4F-C5C6-B6A9-268E5252CE86}"/>
                </a:ext>
              </a:extLst>
            </p:cNvPr>
            <p:cNvSpPr/>
            <p:nvPr/>
          </p:nvSpPr>
          <p:spPr>
            <a:xfrm>
              <a:off x="1773641" y="1820340"/>
              <a:ext cx="304800" cy="5943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5A7E79DA-DD00-AF1C-0CFC-2F4E74589BF7}"/>
                </a:ext>
              </a:extLst>
            </p:cNvPr>
            <p:cNvSpPr/>
            <p:nvPr/>
          </p:nvSpPr>
          <p:spPr>
            <a:xfrm>
              <a:off x="1903181" y="1972740"/>
              <a:ext cx="45719" cy="2904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AA44F1E-BC6C-851C-A3BE-CC5D0B3BEA8E}"/>
                </a:ext>
              </a:extLst>
            </p:cNvPr>
            <p:cNvSpPr txBox="1"/>
            <p:nvPr/>
          </p:nvSpPr>
          <p:spPr>
            <a:xfrm>
              <a:off x="1658023" y="1519588"/>
              <a:ext cx="8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0" dirty="0">
                  <a:effectLst/>
                </a:rPr>
                <a:t>USB-C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80EE5CA-01F7-4B42-34CB-462D4C369118}"/>
              </a:ext>
            </a:extLst>
          </p:cNvPr>
          <p:cNvSpPr txBox="1"/>
          <p:nvPr/>
        </p:nvSpPr>
        <p:spPr>
          <a:xfrm>
            <a:off x="4965010" y="2532092"/>
            <a:ext cx="10146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USB_DP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USB_DM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C67F9A2E-DA56-AFE1-F60F-A6BA9F6070A5}"/>
              </a:ext>
            </a:extLst>
          </p:cNvPr>
          <p:cNvCxnSpPr/>
          <p:nvPr/>
        </p:nvCxnSpPr>
        <p:spPr>
          <a:xfrm>
            <a:off x="7587143" y="3014178"/>
            <a:ext cx="1371606" cy="0"/>
          </a:xfrm>
          <a:prstGeom prst="line">
            <a:avLst/>
          </a:prstGeom>
          <a:ln w="19050"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2A0CC3FD-8654-B0AF-F8AC-9DB6FD3643A3}"/>
              </a:ext>
            </a:extLst>
          </p:cNvPr>
          <p:cNvGrpSpPr/>
          <p:nvPr/>
        </p:nvGrpSpPr>
        <p:grpSpPr>
          <a:xfrm>
            <a:off x="1875781" y="2200488"/>
            <a:ext cx="820518" cy="895112"/>
            <a:chOff x="1658023" y="1519588"/>
            <a:chExt cx="820518" cy="895112"/>
          </a:xfrm>
        </p:grpSpPr>
        <p:sp>
          <p:nvSpPr>
            <p:cNvPr id="44" name="Rectangle: Rounded Corners 43">
              <a:extLst>
                <a:ext uri="{FF2B5EF4-FFF2-40B4-BE49-F238E27FC236}">
                  <a16:creationId xmlns:a16="http://schemas.microsoft.com/office/drawing/2014/main" id="{F6665E44-AB7F-9E3C-8543-5D42026439D8}"/>
                </a:ext>
              </a:extLst>
            </p:cNvPr>
            <p:cNvSpPr/>
            <p:nvPr/>
          </p:nvSpPr>
          <p:spPr>
            <a:xfrm>
              <a:off x="1773641" y="1820340"/>
              <a:ext cx="304800" cy="594360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015746F5-6E51-3378-430A-392F0DA99A35}"/>
                </a:ext>
              </a:extLst>
            </p:cNvPr>
            <p:cNvSpPr/>
            <p:nvPr/>
          </p:nvSpPr>
          <p:spPr>
            <a:xfrm>
              <a:off x="1903181" y="1972740"/>
              <a:ext cx="45719" cy="290400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 w="2857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A6FFB444-BCF6-A103-4DC0-F1105D84EDE3}"/>
                </a:ext>
              </a:extLst>
            </p:cNvPr>
            <p:cNvSpPr txBox="1"/>
            <p:nvPr/>
          </p:nvSpPr>
          <p:spPr>
            <a:xfrm>
              <a:off x="1658023" y="1519588"/>
              <a:ext cx="8205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i="0" dirty="0">
                  <a:effectLst/>
                </a:rPr>
                <a:t>USB-C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27678431-B171-EE30-482A-D0D5B97EC523}"/>
              </a:ext>
            </a:extLst>
          </p:cNvPr>
          <p:cNvCxnSpPr>
            <a:cxnSpLocks/>
          </p:cNvCxnSpPr>
          <p:nvPr/>
        </p:nvCxnSpPr>
        <p:spPr>
          <a:xfrm>
            <a:off x="2385091" y="2791785"/>
            <a:ext cx="2585327" cy="0"/>
          </a:xfrm>
          <a:prstGeom prst="line">
            <a:avLst/>
          </a:prstGeom>
          <a:ln w="76200">
            <a:solidFill>
              <a:srgbClr val="00B05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1E1F52B3-89EC-9291-7FD4-BE110A351DB1}"/>
              </a:ext>
            </a:extLst>
          </p:cNvPr>
          <p:cNvSpPr txBox="1"/>
          <p:nvPr/>
        </p:nvSpPr>
        <p:spPr>
          <a:xfrm>
            <a:off x="1856409" y="1957056"/>
            <a:ext cx="85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Upload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4D27485-68F0-9CFE-1AFE-F5244FB8B130}"/>
              </a:ext>
            </a:extLst>
          </p:cNvPr>
          <p:cNvSpPr txBox="1"/>
          <p:nvPr/>
        </p:nvSpPr>
        <p:spPr>
          <a:xfrm>
            <a:off x="1930074" y="3065081"/>
            <a:ext cx="8542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OTG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A51D6BF-A476-0E27-AD2B-09DE767F5C3C}"/>
              </a:ext>
            </a:extLst>
          </p:cNvPr>
          <p:cNvSpPr/>
          <p:nvPr/>
        </p:nvSpPr>
        <p:spPr>
          <a:xfrm>
            <a:off x="2894748" y="3307457"/>
            <a:ext cx="1153295" cy="848922"/>
          </a:xfrm>
          <a:prstGeom prst="rect">
            <a:avLst/>
          </a:prstGeom>
          <a:noFill/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0047699-D165-66EF-1D4F-3EAEBD8D7ECE}"/>
              </a:ext>
            </a:extLst>
          </p:cNvPr>
          <p:cNvSpPr txBox="1"/>
          <p:nvPr/>
        </p:nvSpPr>
        <p:spPr>
          <a:xfrm>
            <a:off x="2799278" y="2978623"/>
            <a:ext cx="115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DAC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434676A2-108D-C8C6-23F3-829490B39439}"/>
              </a:ext>
            </a:extLst>
          </p:cNvPr>
          <p:cNvSpPr txBox="1"/>
          <p:nvPr/>
        </p:nvSpPr>
        <p:spPr>
          <a:xfrm>
            <a:off x="3212820" y="3371350"/>
            <a:ext cx="81331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DIN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BCLK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A135F253-18D2-26B4-E587-B57F510CD562}"/>
              </a:ext>
            </a:extLst>
          </p:cNvPr>
          <p:cNvSpPr txBox="1"/>
          <p:nvPr/>
        </p:nvSpPr>
        <p:spPr>
          <a:xfrm>
            <a:off x="4973174" y="3388729"/>
            <a:ext cx="8789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IO21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IO22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IO23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884EB0F-9702-F3A2-DAEC-B9DC55E1F9EE}"/>
              </a:ext>
            </a:extLst>
          </p:cNvPr>
          <p:cNvGrpSpPr/>
          <p:nvPr/>
        </p:nvGrpSpPr>
        <p:grpSpPr>
          <a:xfrm>
            <a:off x="8840878" y="4875673"/>
            <a:ext cx="1671725" cy="1250830"/>
            <a:chOff x="9383468" y="4377811"/>
            <a:chExt cx="1671725" cy="1250830"/>
          </a:xfrm>
        </p:grpSpPr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BF2AD69-9CA1-3000-514F-1A812D1D46EC}"/>
                </a:ext>
              </a:extLst>
            </p:cNvPr>
            <p:cNvGrpSpPr/>
            <p:nvPr/>
          </p:nvGrpSpPr>
          <p:grpSpPr>
            <a:xfrm>
              <a:off x="9473184" y="4707377"/>
              <a:ext cx="1106851" cy="921264"/>
              <a:chOff x="8768080" y="5087681"/>
              <a:chExt cx="1106851" cy="921264"/>
            </a:xfrm>
          </p:grpSpPr>
          <p:sp>
            <p:nvSpPr>
              <p:cNvPr id="57" name="Rectangle: Rounded Corners 56">
                <a:extLst>
                  <a:ext uri="{FF2B5EF4-FFF2-40B4-BE49-F238E27FC236}">
                    <a16:creationId xmlns:a16="http://schemas.microsoft.com/office/drawing/2014/main" id="{55A3FDFB-B3A0-F44D-D843-498B4D12456E}"/>
                  </a:ext>
                </a:extLst>
              </p:cNvPr>
              <p:cNvSpPr/>
              <p:nvPr/>
            </p:nvSpPr>
            <p:spPr>
              <a:xfrm>
                <a:off x="8768080" y="5087681"/>
                <a:ext cx="416920" cy="92126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 w="3810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ABC04EE-3F6A-F990-8C85-757EA66FE1DD}"/>
                  </a:ext>
                </a:extLst>
              </p:cNvPr>
              <p:cNvSpPr txBox="1"/>
              <p:nvPr/>
            </p:nvSpPr>
            <p:spPr>
              <a:xfrm>
                <a:off x="9169760" y="5139836"/>
                <a:ext cx="70517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SCL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SDA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3V3</a:t>
                </a:r>
              </a:p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GND</a:t>
                </a:r>
              </a:p>
            </p:txBody>
          </p:sp>
          <p:sp>
            <p:nvSpPr>
              <p:cNvPr id="59" name="Rectangle: Rounded Corners 58">
                <a:extLst>
                  <a:ext uri="{FF2B5EF4-FFF2-40B4-BE49-F238E27FC236}">
                    <a16:creationId xmlns:a16="http://schemas.microsoft.com/office/drawing/2014/main" id="{58090BE8-6CD7-CCE1-15C9-CB71E1D491E6}"/>
                  </a:ext>
                </a:extLst>
              </p:cNvPr>
              <p:cNvSpPr/>
              <p:nvPr/>
            </p:nvSpPr>
            <p:spPr>
              <a:xfrm>
                <a:off x="8923200" y="5235425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B526CF41-5814-C113-7DF4-A893237EDF1F}"/>
                  </a:ext>
                </a:extLst>
              </p:cNvPr>
              <p:cNvSpPr/>
              <p:nvPr/>
            </p:nvSpPr>
            <p:spPr>
              <a:xfrm>
                <a:off x="8923200" y="5412615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D420661B-EE7B-8D18-26EE-86746C241E85}"/>
                  </a:ext>
                </a:extLst>
              </p:cNvPr>
              <p:cNvSpPr/>
              <p:nvPr/>
            </p:nvSpPr>
            <p:spPr>
              <a:xfrm>
                <a:off x="8923200" y="5584218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: Rounded Corners 61">
                <a:extLst>
                  <a:ext uri="{FF2B5EF4-FFF2-40B4-BE49-F238E27FC236}">
                    <a16:creationId xmlns:a16="http://schemas.microsoft.com/office/drawing/2014/main" id="{B07228C1-F62B-B787-E2C3-113B2A41DA75}"/>
                  </a:ext>
                </a:extLst>
              </p:cNvPr>
              <p:cNvSpPr/>
              <p:nvPr/>
            </p:nvSpPr>
            <p:spPr>
              <a:xfrm>
                <a:off x="8923200" y="5761408"/>
                <a:ext cx="96520" cy="96520"/>
              </a:xfrm>
              <a:prstGeom prst="roundRect">
                <a:avLst/>
              </a:prstGeom>
              <a:solidFill>
                <a:schemeClr val="bg1">
                  <a:lumMod val="65000"/>
                </a:schemeClr>
              </a:solidFill>
              <a:ln w="190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68BABE62-0CCB-E362-BF13-703716B8AFDD}"/>
                </a:ext>
              </a:extLst>
            </p:cNvPr>
            <p:cNvSpPr txBox="1"/>
            <p:nvPr/>
          </p:nvSpPr>
          <p:spPr>
            <a:xfrm>
              <a:off x="9383468" y="4377811"/>
              <a:ext cx="167172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/>
                  </a:solidFill>
                </a:rPr>
                <a:t>Grove</a:t>
              </a:r>
              <a:endParaRPr lang="en-US" i="0" dirty="0">
                <a:solidFill>
                  <a:schemeClr val="tx1"/>
                </a:solidFill>
                <a:effectLst/>
              </a:endParaRPr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933BCF71-1F81-7C8D-C477-BB8D003FAE3F}"/>
              </a:ext>
            </a:extLst>
          </p:cNvPr>
          <p:cNvSpPr txBox="1"/>
          <p:nvPr/>
        </p:nvSpPr>
        <p:spPr>
          <a:xfrm>
            <a:off x="5450944" y="5233951"/>
            <a:ext cx="11663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IO8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IO7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1C6AA9C2-CEA4-60B4-432F-CDA61515A953}"/>
              </a:ext>
            </a:extLst>
          </p:cNvPr>
          <p:cNvGrpSpPr/>
          <p:nvPr/>
        </p:nvGrpSpPr>
        <p:grpSpPr>
          <a:xfrm rot="10800000">
            <a:off x="2183340" y="3669089"/>
            <a:ext cx="226896" cy="369332"/>
            <a:chOff x="9628304" y="3419854"/>
            <a:chExt cx="226896" cy="369332"/>
          </a:xfrm>
        </p:grpSpPr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A5096D40-22AC-D282-BFA4-33EE40E7D5AC}"/>
                </a:ext>
              </a:extLst>
            </p:cNvPr>
            <p:cNvSpPr/>
            <p:nvPr/>
          </p:nvSpPr>
          <p:spPr>
            <a:xfrm>
              <a:off x="9628304" y="3468556"/>
              <a:ext cx="103483" cy="275294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Trapezoid 65">
              <a:extLst>
                <a:ext uri="{FF2B5EF4-FFF2-40B4-BE49-F238E27FC236}">
                  <a16:creationId xmlns:a16="http://schemas.microsoft.com/office/drawing/2014/main" id="{2D197747-36ED-4FE7-7703-11299DA1841B}"/>
                </a:ext>
              </a:extLst>
            </p:cNvPr>
            <p:cNvSpPr/>
            <p:nvPr/>
          </p:nvSpPr>
          <p:spPr>
            <a:xfrm rot="16200000">
              <a:off x="9608829" y="3542815"/>
              <a:ext cx="369332" cy="123410"/>
            </a:xfrm>
            <a:prstGeom prst="trapezoid">
              <a:avLst>
                <a:gd name="adj" fmla="val 61019"/>
              </a:avLst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67" name="TextBox 66">
            <a:extLst>
              <a:ext uri="{FF2B5EF4-FFF2-40B4-BE49-F238E27FC236}">
                <a16:creationId xmlns:a16="http://schemas.microsoft.com/office/drawing/2014/main" id="{550C9C08-FBCD-6509-317B-E624A26F79B2}"/>
              </a:ext>
            </a:extLst>
          </p:cNvPr>
          <p:cNvSpPr txBox="1"/>
          <p:nvPr/>
        </p:nvSpPr>
        <p:spPr>
          <a:xfrm>
            <a:off x="1983507" y="3355961"/>
            <a:ext cx="8205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i="0" dirty="0">
                <a:effectLst/>
              </a:rPr>
              <a:t>ลำโพง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3A89713-E13F-B31E-E00A-F6EBF37A43F2}"/>
              </a:ext>
            </a:extLst>
          </p:cNvPr>
          <p:cNvSpPr/>
          <p:nvPr/>
        </p:nvSpPr>
        <p:spPr>
          <a:xfrm>
            <a:off x="7589019" y="3954717"/>
            <a:ext cx="1153295" cy="1293706"/>
          </a:xfrm>
          <a:prstGeom prst="rect">
            <a:avLst/>
          </a:prstGeom>
          <a:solidFill>
            <a:schemeClr val="bg1"/>
          </a:solidFill>
          <a:ln w="38100">
            <a:solidFill>
              <a:srgbClr val="FF00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77A941DB-0259-E760-0050-D04A26E6A9F5}"/>
              </a:ext>
            </a:extLst>
          </p:cNvPr>
          <p:cNvSpPr txBox="1"/>
          <p:nvPr/>
        </p:nvSpPr>
        <p:spPr>
          <a:xfrm>
            <a:off x="7594763" y="4017204"/>
            <a:ext cx="813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MOSI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MISO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SCK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CD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20CC1977-242C-7E89-4422-0A63F6FDDD6A}"/>
              </a:ext>
            </a:extLst>
          </p:cNvPr>
          <p:cNvSpPr txBox="1"/>
          <p:nvPr/>
        </p:nvSpPr>
        <p:spPr>
          <a:xfrm>
            <a:off x="5450944" y="4018878"/>
            <a:ext cx="11663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IO32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IO33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IO36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IO34</a:t>
            </a:r>
          </a:p>
          <a:p>
            <a:pPr algn="r"/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IO13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9C529EBE-EEB1-DD00-43D7-C2C6EF29F34C}"/>
              </a:ext>
            </a:extLst>
          </p:cNvPr>
          <p:cNvSpPr txBox="1"/>
          <p:nvPr/>
        </p:nvSpPr>
        <p:spPr>
          <a:xfrm>
            <a:off x="7478199" y="3644588"/>
            <a:ext cx="213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effectLst/>
              </a:rPr>
              <a:t>MicroSD Card socket</a:t>
            </a:r>
            <a:endParaRPr lang="en-US" i="0" dirty="0">
              <a:solidFill>
                <a:schemeClr val="tx1"/>
              </a:solidFill>
              <a:effectLst/>
            </a:endParaRPr>
          </a:p>
        </p:txBody>
      </p: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B62CDDB-5A56-10AC-191E-8781F73BA55E}"/>
              </a:ext>
            </a:extLst>
          </p:cNvPr>
          <p:cNvGrpSpPr/>
          <p:nvPr/>
        </p:nvGrpSpPr>
        <p:grpSpPr>
          <a:xfrm rot="10800000">
            <a:off x="3846423" y="4540821"/>
            <a:ext cx="178515" cy="204470"/>
            <a:chOff x="3490271" y="5013172"/>
            <a:chExt cx="178515" cy="204470"/>
          </a:xfrm>
        </p:grpSpPr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436C2A9D-614E-1884-DDBF-C4E5912D3F0F}"/>
                </a:ext>
              </a:extLst>
            </p:cNvPr>
            <p:cNvSpPr/>
            <p:nvPr/>
          </p:nvSpPr>
          <p:spPr>
            <a:xfrm rot="16200000">
              <a:off x="3483455" y="5032311"/>
              <a:ext cx="199059" cy="171603"/>
            </a:xfrm>
            <a:prstGeom prst="triangle">
              <a:avLst/>
            </a:prstGeom>
            <a:solidFill>
              <a:srgbClr val="FFC000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1E7FC6B1-2790-7D2E-2ABF-75DBDC2EE9A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490271" y="5013172"/>
              <a:ext cx="1905" cy="20447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875D27DB-D466-0586-6AAC-BAB2F5FA5897}"/>
              </a:ext>
            </a:extLst>
          </p:cNvPr>
          <p:cNvSpPr/>
          <p:nvPr/>
        </p:nvSpPr>
        <p:spPr>
          <a:xfrm>
            <a:off x="3172131" y="4440600"/>
            <a:ext cx="664064" cy="203200"/>
          </a:xfrm>
          <a:custGeom>
            <a:avLst/>
            <a:gdLst>
              <a:gd name="connsiteX0" fmla="*/ 198120 w 198120"/>
              <a:gd name="connsiteY0" fmla="*/ 203200 h 203200"/>
              <a:gd name="connsiteX1" fmla="*/ 0 w 198120"/>
              <a:gd name="connsiteY1" fmla="*/ 203200 h 203200"/>
              <a:gd name="connsiteX2" fmla="*/ 0 w 19812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03200">
                <a:moveTo>
                  <a:pt x="198120" y="2032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9857FCFC-85A1-8761-4E6C-D52D7FAFF56A}"/>
              </a:ext>
            </a:extLst>
          </p:cNvPr>
          <p:cNvCxnSpPr/>
          <p:nvPr/>
        </p:nvCxnSpPr>
        <p:spPr>
          <a:xfrm>
            <a:off x="3030220" y="4440600"/>
            <a:ext cx="2921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9F28094C-572B-2639-7A85-94A70E4DA3DA}"/>
              </a:ext>
            </a:extLst>
          </p:cNvPr>
          <p:cNvSpPr txBox="1"/>
          <p:nvPr/>
        </p:nvSpPr>
        <p:spPr>
          <a:xfrm>
            <a:off x="2872256" y="4158129"/>
            <a:ext cx="61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3V3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F4058EC-0F27-DF04-0F29-D8C7A061D5C9}"/>
              </a:ext>
            </a:extLst>
          </p:cNvPr>
          <p:cNvSpPr txBox="1"/>
          <p:nvPr/>
        </p:nvSpPr>
        <p:spPr>
          <a:xfrm>
            <a:off x="4978737" y="4482320"/>
            <a:ext cx="878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IO12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F67CB90A-4A91-C88E-DC51-8B46F4AEA96B}"/>
              </a:ext>
            </a:extLst>
          </p:cNvPr>
          <p:cNvSpPr txBox="1"/>
          <p:nvPr/>
        </p:nvSpPr>
        <p:spPr>
          <a:xfrm>
            <a:off x="3725935" y="4209569"/>
            <a:ext cx="115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LED Y</a:t>
            </a: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0C8EC98B-F3D5-5F34-216B-EE29DB13BA27}"/>
              </a:ext>
            </a:extLst>
          </p:cNvPr>
          <p:cNvGrpSpPr/>
          <p:nvPr/>
        </p:nvGrpSpPr>
        <p:grpSpPr>
          <a:xfrm>
            <a:off x="3781425" y="5065496"/>
            <a:ext cx="327676" cy="70314"/>
            <a:chOff x="4043106" y="5335385"/>
            <a:chExt cx="263259" cy="45719"/>
          </a:xfrm>
          <a:solidFill>
            <a:schemeClr val="tx1"/>
          </a:solidFill>
        </p:grpSpPr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C648F6F-3C6F-227E-DB3F-9F25AAD37F36}"/>
                </a:ext>
              </a:extLst>
            </p:cNvPr>
            <p:cNvCxnSpPr>
              <a:cxnSpLocks/>
            </p:cNvCxnSpPr>
            <p:nvPr/>
          </p:nvCxnSpPr>
          <p:spPr>
            <a:xfrm>
              <a:off x="4043106" y="5381104"/>
              <a:ext cx="263259" cy="0"/>
            </a:xfrm>
            <a:prstGeom prst="line">
              <a:avLst/>
            </a:prstGeom>
            <a:grpFill/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890529A3-3360-E033-B591-100BD11A998F}"/>
                </a:ext>
              </a:extLst>
            </p:cNvPr>
            <p:cNvSpPr/>
            <p:nvPr/>
          </p:nvSpPr>
          <p:spPr>
            <a:xfrm>
              <a:off x="4115195" y="5335385"/>
              <a:ext cx="12222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86" name="Freeform: Shape 85">
            <a:extLst>
              <a:ext uri="{FF2B5EF4-FFF2-40B4-BE49-F238E27FC236}">
                <a16:creationId xmlns:a16="http://schemas.microsoft.com/office/drawing/2014/main" id="{7751A150-C60A-4D0E-7E6B-9033A91AD8F2}"/>
              </a:ext>
            </a:extLst>
          </p:cNvPr>
          <p:cNvSpPr/>
          <p:nvPr/>
        </p:nvSpPr>
        <p:spPr>
          <a:xfrm flipV="1">
            <a:off x="3171389" y="5257955"/>
            <a:ext cx="664064" cy="203200"/>
          </a:xfrm>
          <a:custGeom>
            <a:avLst/>
            <a:gdLst>
              <a:gd name="connsiteX0" fmla="*/ 198120 w 198120"/>
              <a:gd name="connsiteY0" fmla="*/ 203200 h 203200"/>
              <a:gd name="connsiteX1" fmla="*/ 0 w 198120"/>
              <a:gd name="connsiteY1" fmla="*/ 203200 h 203200"/>
              <a:gd name="connsiteX2" fmla="*/ 0 w 198120"/>
              <a:gd name="connsiteY2" fmla="*/ 0 h 20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98120" h="203200">
                <a:moveTo>
                  <a:pt x="198120" y="203200"/>
                </a:moveTo>
                <a:lnTo>
                  <a:pt x="0" y="203200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rgbClr val="00B050"/>
            </a:solidFill>
            <a:headEnd type="oval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B453C7F-8C4C-5990-AB54-49D181D5A923}"/>
              </a:ext>
            </a:extLst>
          </p:cNvPr>
          <p:cNvSpPr txBox="1"/>
          <p:nvPr/>
        </p:nvSpPr>
        <p:spPr>
          <a:xfrm>
            <a:off x="3689024" y="4766479"/>
            <a:ext cx="1153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0" dirty="0">
                <a:solidFill>
                  <a:schemeClr val="tx1"/>
                </a:solidFill>
                <a:effectLst/>
              </a:rPr>
              <a:t>BTN A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35FC353-3F9E-71CF-2A96-D99B7EC2AD3D}"/>
              </a:ext>
            </a:extLst>
          </p:cNvPr>
          <p:cNvSpPr txBox="1"/>
          <p:nvPr/>
        </p:nvSpPr>
        <p:spPr>
          <a:xfrm>
            <a:off x="2875265" y="5410699"/>
            <a:ext cx="6114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GND</a:t>
            </a:r>
          </a:p>
        </p:txBody>
      </p:sp>
      <p:cxnSp>
        <p:nvCxnSpPr>
          <p:cNvPr id="89" name="Straight Connector 88">
            <a:extLst>
              <a:ext uri="{FF2B5EF4-FFF2-40B4-BE49-F238E27FC236}">
                <a16:creationId xmlns:a16="http://schemas.microsoft.com/office/drawing/2014/main" id="{041D964C-E260-F6EB-324F-309C14717604}"/>
              </a:ext>
            </a:extLst>
          </p:cNvPr>
          <p:cNvCxnSpPr/>
          <p:nvPr/>
        </p:nvCxnSpPr>
        <p:spPr>
          <a:xfrm>
            <a:off x="3030220" y="5457105"/>
            <a:ext cx="292100" cy="0"/>
          </a:xfrm>
          <a:prstGeom prst="line">
            <a:avLst/>
          </a:prstGeom>
          <a:ln w="1905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>
            <a:extLst>
              <a:ext uri="{FF2B5EF4-FFF2-40B4-BE49-F238E27FC236}">
                <a16:creationId xmlns:a16="http://schemas.microsoft.com/office/drawing/2014/main" id="{333EA227-FE15-BC40-1787-22021D21C12E}"/>
              </a:ext>
            </a:extLst>
          </p:cNvPr>
          <p:cNvSpPr txBox="1"/>
          <p:nvPr/>
        </p:nvSpPr>
        <p:spPr>
          <a:xfrm>
            <a:off x="4981752" y="5090610"/>
            <a:ext cx="8789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IO11</a:t>
            </a:r>
          </a:p>
        </p:txBody>
      </p:sp>
    </p:spTree>
    <p:extLst>
      <p:ext uri="{BB962C8B-B14F-4D97-AF65-F5344CB8AC3E}">
        <p14:creationId xmlns:p14="http://schemas.microsoft.com/office/powerpoint/2010/main" val="3403663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4">
      <a:majorFont>
        <a:latin typeface="supermarket"/>
        <a:ea typeface=""/>
        <a:cs typeface="supermarket"/>
      </a:majorFont>
      <a:minorFont>
        <a:latin typeface="supermarket"/>
        <a:ea typeface=""/>
        <a:cs typeface="supermarket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</TotalTime>
  <Words>188</Words>
  <Application>Microsoft Office PowerPoint</Application>
  <PresentationFormat>Widescreen</PresentationFormat>
  <Paragraphs>114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Kanit</vt:lpstr>
      <vt:lpstr>supermarket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Sonthaya Nongnuch</dc:creator>
  <cp:lastModifiedBy>Sonthaya Nongnuch</cp:lastModifiedBy>
  <cp:revision>3</cp:revision>
  <dcterms:created xsi:type="dcterms:W3CDTF">2026-10-07T18:21:25Z</dcterms:created>
  <dcterms:modified xsi:type="dcterms:W3CDTF">2026-10-08T13:53:03Z</dcterms:modified>
</cp:coreProperties>
</file>